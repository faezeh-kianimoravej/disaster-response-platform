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2" r:id="rId5"/>
    <p:sldId id="263" r:id="rId6"/>
    <p:sldId id="269" r:id="rId7"/>
    <p:sldId id="270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BE0E71-9709-45C2-8185-24B3B91A97C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AF83355-D4D6-494D-9945-73707330A59F}">
      <dgm:prSet/>
      <dgm:spPr/>
      <dgm:t>
        <a:bodyPr/>
        <a:lstStyle/>
        <a:p>
          <a:pPr>
            <a:defRPr b="1"/>
          </a:pPr>
          <a:r>
            <a:rPr lang="en-US" b="1" dirty="0"/>
            <a:t>Improved Response Time</a:t>
          </a:r>
          <a:endParaRPr lang="en-US" dirty="0"/>
        </a:p>
      </dgm:t>
    </dgm:pt>
    <dgm:pt modelId="{AF004C61-2287-47B3-A51D-CADFC2B70567}" type="parTrans" cxnId="{5997AC06-8793-44EA-B420-C123B133FCA3}">
      <dgm:prSet/>
      <dgm:spPr/>
      <dgm:t>
        <a:bodyPr/>
        <a:lstStyle/>
        <a:p>
          <a:endParaRPr lang="en-US"/>
        </a:p>
      </dgm:t>
    </dgm:pt>
    <dgm:pt modelId="{6E14DD8B-3E74-4608-860A-75500B46604B}" type="sibTrans" cxnId="{5997AC06-8793-44EA-B420-C123B133FCA3}">
      <dgm:prSet/>
      <dgm:spPr/>
      <dgm:t>
        <a:bodyPr/>
        <a:lstStyle/>
        <a:p>
          <a:endParaRPr lang="en-US"/>
        </a:p>
      </dgm:t>
    </dgm:pt>
    <dgm:pt modelId="{DD35A6A1-D17B-4399-8A72-B8234C14125E}">
      <dgm:prSet/>
      <dgm:spPr/>
      <dgm:t>
        <a:bodyPr/>
        <a:lstStyle/>
        <a:p>
          <a:r>
            <a:rPr lang="en-US"/>
            <a:t>Reduce delays in communication and decision-making between agencies.</a:t>
          </a:r>
        </a:p>
      </dgm:t>
    </dgm:pt>
    <dgm:pt modelId="{5F2745EE-909E-4C7C-879C-05C49740ECD5}" type="parTrans" cxnId="{2399293E-0A9E-4F5E-AB47-086742304602}">
      <dgm:prSet/>
      <dgm:spPr/>
      <dgm:t>
        <a:bodyPr/>
        <a:lstStyle/>
        <a:p>
          <a:endParaRPr lang="en-US"/>
        </a:p>
      </dgm:t>
    </dgm:pt>
    <dgm:pt modelId="{2982B415-2F2F-4954-8DA3-D7711DB45202}" type="sibTrans" cxnId="{2399293E-0A9E-4F5E-AB47-086742304602}">
      <dgm:prSet/>
      <dgm:spPr/>
      <dgm:t>
        <a:bodyPr/>
        <a:lstStyle/>
        <a:p>
          <a:endParaRPr lang="en-US"/>
        </a:p>
      </dgm:t>
    </dgm:pt>
    <dgm:pt modelId="{E09430F3-7F98-4CA7-8F1C-B2CA8954B693}">
      <dgm:prSet/>
      <dgm:spPr/>
      <dgm:t>
        <a:bodyPr/>
        <a:lstStyle/>
        <a:p>
          <a:pPr>
            <a:defRPr b="1"/>
          </a:pPr>
          <a:r>
            <a:rPr lang="en-US" b="1"/>
            <a:t>Enhance Public Safety</a:t>
          </a:r>
          <a:endParaRPr lang="en-US"/>
        </a:p>
      </dgm:t>
    </dgm:pt>
    <dgm:pt modelId="{E3B948DE-58AA-45FA-9689-F47F2DB13B94}" type="parTrans" cxnId="{182008E8-468C-4FD8-8775-8E9481510FDB}">
      <dgm:prSet/>
      <dgm:spPr/>
      <dgm:t>
        <a:bodyPr/>
        <a:lstStyle/>
        <a:p>
          <a:endParaRPr lang="en-US"/>
        </a:p>
      </dgm:t>
    </dgm:pt>
    <dgm:pt modelId="{AA4A14A0-76F7-4CE1-9B84-63E008D713DB}" type="sibTrans" cxnId="{182008E8-468C-4FD8-8775-8E9481510FDB}">
      <dgm:prSet/>
      <dgm:spPr/>
      <dgm:t>
        <a:bodyPr/>
        <a:lstStyle/>
        <a:p>
          <a:endParaRPr lang="en-US"/>
        </a:p>
      </dgm:t>
    </dgm:pt>
    <dgm:pt modelId="{D9842F9D-CADB-4DE0-A1DA-7316238ABC2A}">
      <dgm:prSet/>
      <dgm:spPr/>
      <dgm:t>
        <a:bodyPr/>
        <a:lstStyle/>
        <a:p>
          <a:r>
            <a:rPr lang="en-US" dirty="0"/>
            <a:t>Provide citizens with timely alerts, guidance, and access to emergency services.</a:t>
          </a:r>
        </a:p>
      </dgm:t>
    </dgm:pt>
    <dgm:pt modelId="{807E9689-42E3-4F98-8D07-EA346F85711C}" type="parTrans" cxnId="{71F141BF-E5D8-49F9-8FF0-CDC860062318}">
      <dgm:prSet/>
      <dgm:spPr/>
      <dgm:t>
        <a:bodyPr/>
        <a:lstStyle/>
        <a:p>
          <a:endParaRPr lang="en-US"/>
        </a:p>
      </dgm:t>
    </dgm:pt>
    <dgm:pt modelId="{781A9D55-6763-439D-BFD4-02A7B9AB50CF}" type="sibTrans" cxnId="{71F141BF-E5D8-49F9-8FF0-CDC860062318}">
      <dgm:prSet/>
      <dgm:spPr/>
      <dgm:t>
        <a:bodyPr/>
        <a:lstStyle/>
        <a:p>
          <a:endParaRPr lang="en-US"/>
        </a:p>
      </dgm:t>
    </dgm:pt>
    <dgm:pt modelId="{5D952FF8-0355-4961-8579-B9BF51C28913}">
      <dgm:prSet/>
      <dgm:spPr/>
      <dgm:t>
        <a:bodyPr/>
        <a:lstStyle/>
        <a:p>
          <a:pPr>
            <a:defRPr b="1"/>
          </a:pPr>
          <a:r>
            <a:rPr lang="en-US" b="1"/>
            <a:t>Effective Coordination</a:t>
          </a:r>
          <a:endParaRPr lang="en-US"/>
        </a:p>
      </dgm:t>
    </dgm:pt>
    <dgm:pt modelId="{C6763930-87DC-426C-B886-F1A3F25AC7D1}" type="parTrans" cxnId="{10829FED-E3B9-41FA-8143-2F3291338E73}">
      <dgm:prSet/>
      <dgm:spPr/>
      <dgm:t>
        <a:bodyPr/>
        <a:lstStyle/>
        <a:p>
          <a:endParaRPr lang="en-US"/>
        </a:p>
      </dgm:t>
    </dgm:pt>
    <dgm:pt modelId="{229934A3-C6AF-4015-89E0-4FC4D2B1A04A}" type="sibTrans" cxnId="{10829FED-E3B9-41FA-8143-2F3291338E73}">
      <dgm:prSet/>
      <dgm:spPr/>
      <dgm:t>
        <a:bodyPr/>
        <a:lstStyle/>
        <a:p>
          <a:endParaRPr lang="en-US"/>
        </a:p>
      </dgm:t>
    </dgm:pt>
    <dgm:pt modelId="{697AADF1-ED70-42BD-A883-4752208AC02C}">
      <dgm:prSet/>
      <dgm:spPr/>
      <dgm:t>
        <a:bodyPr/>
        <a:lstStyle/>
        <a:p>
          <a:r>
            <a:rPr lang="en-US"/>
            <a:t>Integrate multiple emergency services under a single digital platform.</a:t>
          </a:r>
        </a:p>
      </dgm:t>
    </dgm:pt>
    <dgm:pt modelId="{3EEAA0D3-2981-4BB4-87ED-BD73F9186A83}" type="parTrans" cxnId="{7749EF83-F3A3-4F04-BAA4-4C8E5C649EA1}">
      <dgm:prSet/>
      <dgm:spPr/>
      <dgm:t>
        <a:bodyPr/>
        <a:lstStyle/>
        <a:p>
          <a:endParaRPr lang="en-US"/>
        </a:p>
      </dgm:t>
    </dgm:pt>
    <dgm:pt modelId="{9164D2D1-AB86-414B-AF37-97C5DEC6C122}" type="sibTrans" cxnId="{7749EF83-F3A3-4F04-BAA4-4C8E5C649EA1}">
      <dgm:prSet/>
      <dgm:spPr/>
      <dgm:t>
        <a:bodyPr/>
        <a:lstStyle/>
        <a:p>
          <a:endParaRPr lang="en-US"/>
        </a:p>
      </dgm:t>
    </dgm:pt>
    <dgm:pt modelId="{88E60851-D7C3-4509-9E36-62667A774638}" type="pres">
      <dgm:prSet presAssocID="{F3BE0E71-9709-45C2-8185-24B3B91A97CA}" presName="root" presStyleCnt="0">
        <dgm:presLayoutVars>
          <dgm:dir/>
          <dgm:resizeHandles val="exact"/>
        </dgm:presLayoutVars>
      </dgm:prSet>
      <dgm:spPr/>
    </dgm:pt>
    <dgm:pt modelId="{53E42CF9-982E-4472-8ED0-719B645CE609}" type="pres">
      <dgm:prSet presAssocID="{3AF83355-D4D6-494D-9945-73707330A59F}" presName="compNode" presStyleCnt="0"/>
      <dgm:spPr/>
    </dgm:pt>
    <dgm:pt modelId="{CE6600A4-D188-43FC-819B-31147DB3ACE6}" type="pres">
      <dgm:prSet presAssocID="{3AF83355-D4D6-494D-9945-73707330A59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0E2006A3-8D90-428A-8296-32217994FAFA}" type="pres">
      <dgm:prSet presAssocID="{3AF83355-D4D6-494D-9945-73707330A59F}" presName="iconSpace" presStyleCnt="0"/>
      <dgm:spPr/>
    </dgm:pt>
    <dgm:pt modelId="{E71E56B8-8BCC-4000-95C2-12668D7008CC}" type="pres">
      <dgm:prSet presAssocID="{3AF83355-D4D6-494D-9945-73707330A59F}" presName="parTx" presStyleLbl="revTx" presStyleIdx="0" presStyleCnt="6">
        <dgm:presLayoutVars>
          <dgm:chMax val="0"/>
          <dgm:chPref val="0"/>
        </dgm:presLayoutVars>
      </dgm:prSet>
      <dgm:spPr/>
    </dgm:pt>
    <dgm:pt modelId="{21D23D7E-409B-4BA9-9B44-A8E02AD7C9DF}" type="pres">
      <dgm:prSet presAssocID="{3AF83355-D4D6-494D-9945-73707330A59F}" presName="txSpace" presStyleCnt="0"/>
      <dgm:spPr/>
    </dgm:pt>
    <dgm:pt modelId="{BA994DA2-F4C3-48C7-9369-392DAC3AF6A7}" type="pres">
      <dgm:prSet presAssocID="{3AF83355-D4D6-494D-9945-73707330A59F}" presName="desTx" presStyleLbl="revTx" presStyleIdx="1" presStyleCnt="6">
        <dgm:presLayoutVars/>
      </dgm:prSet>
      <dgm:spPr/>
    </dgm:pt>
    <dgm:pt modelId="{284257A6-5C72-4B50-9EE1-CD8DD2299B7A}" type="pres">
      <dgm:prSet presAssocID="{6E14DD8B-3E74-4608-860A-75500B46604B}" presName="sibTrans" presStyleCnt="0"/>
      <dgm:spPr/>
    </dgm:pt>
    <dgm:pt modelId="{AF37FEE4-982D-4DA5-AA25-677584C58025}" type="pres">
      <dgm:prSet presAssocID="{E09430F3-7F98-4CA7-8F1C-B2CA8954B693}" presName="compNode" presStyleCnt="0"/>
      <dgm:spPr/>
    </dgm:pt>
    <dgm:pt modelId="{AA3A9036-D573-474B-8E87-265D11F33D75}" type="pres">
      <dgm:prSet presAssocID="{E09430F3-7F98-4CA7-8F1C-B2CA8954B6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8ADE155A-8B2F-4A8B-B1E5-484F318DEEDE}" type="pres">
      <dgm:prSet presAssocID="{E09430F3-7F98-4CA7-8F1C-B2CA8954B693}" presName="iconSpace" presStyleCnt="0"/>
      <dgm:spPr/>
    </dgm:pt>
    <dgm:pt modelId="{DE65BA4C-7211-4660-907A-CB72CAF2B99A}" type="pres">
      <dgm:prSet presAssocID="{E09430F3-7F98-4CA7-8F1C-B2CA8954B693}" presName="parTx" presStyleLbl="revTx" presStyleIdx="2" presStyleCnt="6">
        <dgm:presLayoutVars>
          <dgm:chMax val="0"/>
          <dgm:chPref val="0"/>
        </dgm:presLayoutVars>
      </dgm:prSet>
      <dgm:spPr/>
    </dgm:pt>
    <dgm:pt modelId="{C29C3CF6-9F29-4C7B-BD59-C1A36FFEB6F3}" type="pres">
      <dgm:prSet presAssocID="{E09430F3-7F98-4CA7-8F1C-B2CA8954B693}" presName="txSpace" presStyleCnt="0"/>
      <dgm:spPr/>
    </dgm:pt>
    <dgm:pt modelId="{10EBFC6A-5F43-40FE-9E10-698F697D0F4E}" type="pres">
      <dgm:prSet presAssocID="{E09430F3-7F98-4CA7-8F1C-B2CA8954B693}" presName="desTx" presStyleLbl="revTx" presStyleIdx="3" presStyleCnt="6">
        <dgm:presLayoutVars/>
      </dgm:prSet>
      <dgm:spPr/>
    </dgm:pt>
    <dgm:pt modelId="{3BAE81D9-0E2F-46D8-B34F-60A676A47ECC}" type="pres">
      <dgm:prSet presAssocID="{AA4A14A0-76F7-4CE1-9B84-63E008D713DB}" presName="sibTrans" presStyleCnt="0"/>
      <dgm:spPr/>
    </dgm:pt>
    <dgm:pt modelId="{F58ABCCA-05B1-4EB0-AFED-1F0A71A72E16}" type="pres">
      <dgm:prSet presAssocID="{5D952FF8-0355-4961-8579-B9BF51C28913}" presName="compNode" presStyleCnt="0"/>
      <dgm:spPr/>
    </dgm:pt>
    <dgm:pt modelId="{BCDC53BA-F437-4C1C-AE05-DD03F824DD80}" type="pres">
      <dgm:prSet presAssocID="{5D952FF8-0355-4961-8579-B9BF51C2891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2D348BC-8279-454F-9A3F-BFFB12219148}" type="pres">
      <dgm:prSet presAssocID="{5D952FF8-0355-4961-8579-B9BF51C28913}" presName="iconSpace" presStyleCnt="0"/>
      <dgm:spPr/>
    </dgm:pt>
    <dgm:pt modelId="{41C9BD06-4595-46C7-A82F-1A1D33843021}" type="pres">
      <dgm:prSet presAssocID="{5D952FF8-0355-4961-8579-B9BF51C28913}" presName="parTx" presStyleLbl="revTx" presStyleIdx="4" presStyleCnt="6">
        <dgm:presLayoutVars>
          <dgm:chMax val="0"/>
          <dgm:chPref val="0"/>
        </dgm:presLayoutVars>
      </dgm:prSet>
      <dgm:spPr/>
    </dgm:pt>
    <dgm:pt modelId="{6529E97D-769A-42A9-A099-98EBEC55C541}" type="pres">
      <dgm:prSet presAssocID="{5D952FF8-0355-4961-8579-B9BF51C28913}" presName="txSpace" presStyleCnt="0"/>
      <dgm:spPr/>
    </dgm:pt>
    <dgm:pt modelId="{63B58212-0F81-48FA-9F4D-27D23F592535}" type="pres">
      <dgm:prSet presAssocID="{5D952FF8-0355-4961-8579-B9BF51C28913}" presName="desTx" presStyleLbl="revTx" presStyleIdx="5" presStyleCnt="6">
        <dgm:presLayoutVars/>
      </dgm:prSet>
      <dgm:spPr/>
    </dgm:pt>
  </dgm:ptLst>
  <dgm:cxnLst>
    <dgm:cxn modelId="{5997AC06-8793-44EA-B420-C123B133FCA3}" srcId="{F3BE0E71-9709-45C2-8185-24B3B91A97CA}" destId="{3AF83355-D4D6-494D-9945-73707330A59F}" srcOrd="0" destOrd="0" parTransId="{AF004C61-2287-47B3-A51D-CADFC2B70567}" sibTransId="{6E14DD8B-3E74-4608-860A-75500B46604B}"/>
    <dgm:cxn modelId="{A6678607-E3F5-40C4-BB24-672A0C894F38}" type="presOf" srcId="{5D952FF8-0355-4961-8579-B9BF51C28913}" destId="{41C9BD06-4595-46C7-A82F-1A1D33843021}" srcOrd="0" destOrd="0" presId="urn:microsoft.com/office/officeart/2018/5/layout/CenteredIconLabelDescriptionList"/>
    <dgm:cxn modelId="{AA865419-5171-4FF8-89FA-8E66E7F8665F}" type="presOf" srcId="{DD35A6A1-D17B-4399-8A72-B8234C14125E}" destId="{BA994DA2-F4C3-48C7-9369-392DAC3AF6A7}" srcOrd="0" destOrd="0" presId="urn:microsoft.com/office/officeart/2018/5/layout/CenteredIconLabelDescriptionList"/>
    <dgm:cxn modelId="{5D81BA2C-6991-4878-B62D-4E397685267D}" type="presOf" srcId="{F3BE0E71-9709-45C2-8185-24B3B91A97CA}" destId="{88E60851-D7C3-4509-9E36-62667A774638}" srcOrd="0" destOrd="0" presId="urn:microsoft.com/office/officeart/2018/5/layout/CenteredIconLabelDescriptionList"/>
    <dgm:cxn modelId="{A9B08931-149C-4BA9-BAA0-3B3DF9B3B761}" type="presOf" srcId="{697AADF1-ED70-42BD-A883-4752208AC02C}" destId="{63B58212-0F81-48FA-9F4D-27D23F592535}" srcOrd="0" destOrd="0" presId="urn:microsoft.com/office/officeart/2018/5/layout/CenteredIconLabelDescriptionList"/>
    <dgm:cxn modelId="{2399293E-0A9E-4F5E-AB47-086742304602}" srcId="{3AF83355-D4D6-494D-9945-73707330A59F}" destId="{DD35A6A1-D17B-4399-8A72-B8234C14125E}" srcOrd="0" destOrd="0" parTransId="{5F2745EE-909E-4C7C-879C-05C49740ECD5}" sibTransId="{2982B415-2F2F-4954-8DA3-D7711DB45202}"/>
    <dgm:cxn modelId="{38074B65-69C8-48C6-BFD9-70B87A5905DB}" type="presOf" srcId="{E09430F3-7F98-4CA7-8F1C-B2CA8954B693}" destId="{DE65BA4C-7211-4660-907A-CB72CAF2B99A}" srcOrd="0" destOrd="0" presId="urn:microsoft.com/office/officeart/2018/5/layout/CenteredIconLabelDescriptionList"/>
    <dgm:cxn modelId="{7749EF83-F3A3-4F04-BAA4-4C8E5C649EA1}" srcId="{5D952FF8-0355-4961-8579-B9BF51C28913}" destId="{697AADF1-ED70-42BD-A883-4752208AC02C}" srcOrd="0" destOrd="0" parTransId="{3EEAA0D3-2981-4BB4-87ED-BD73F9186A83}" sibTransId="{9164D2D1-AB86-414B-AF37-97C5DEC6C122}"/>
    <dgm:cxn modelId="{C4A9FFA7-830A-46D4-8088-E052B449408F}" type="presOf" srcId="{3AF83355-D4D6-494D-9945-73707330A59F}" destId="{E71E56B8-8BCC-4000-95C2-12668D7008CC}" srcOrd="0" destOrd="0" presId="urn:microsoft.com/office/officeart/2018/5/layout/CenteredIconLabelDescriptionList"/>
    <dgm:cxn modelId="{B5A51AAA-67E1-4F0C-BAC5-5A0DA60C17EA}" type="presOf" srcId="{D9842F9D-CADB-4DE0-A1DA-7316238ABC2A}" destId="{10EBFC6A-5F43-40FE-9E10-698F697D0F4E}" srcOrd="0" destOrd="0" presId="urn:microsoft.com/office/officeart/2018/5/layout/CenteredIconLabelDescriptionList"/>
    <dgm:cxn modelId="{71F141BF-E5D8-49F9-8FF0-CDC860062318}" srcId="{E09430F3-7F98-4CA7-8F1C-B2CA8954B693}" destId="{D9842F9D-CADB-4DE0-A1DA-7316238ABC2A}" srcOrd="0" destOrd="0" parTransId="{807E9689-42E3-4F98-8D07-EA346F85711C}" sibTransId="{781A9D55-6763-439D-BFD4-02A7B9AB50CF}"/>
    <dgm:cxn modelId="{182008E8-468C-4FD8-8775-8E9481510FDB}" srcId="{F3BE0E71-9709-45C2-8185-24B3B91A97CA}" destId="{E09430F3-7F98-4CA7-8F1C-B2CA8954B693}" srcOrd="1" destOrd="0" parTransId="{E3B948DE-58AA-45FA-9689-F47F2DB13B94}" sibTransId="{AA4A14A0-76F7-4CE1-9B84-63E008D713DB}"/>
    <dgm:cxn modelId="{10829FED-E3B9-41FA-8143-2F3291338E73}" srcId="{F3BE0E71-9709-45C2-8185-24B3B91A97CA}" destId="{5D952FF8-0355-4961-8579-B9BF51C28913}" srcOrd="2" destOrd="0" parTransId="{C6763930-87DC-426C-B886-F1A3F25AC7D1}" sibTransId="{229934A3-C6AF-4015-89E0-4FC4D2B1A04A}"/>
    <dgm:cxn modelId="{18AE70F5-5E97-4C01-BB13-65EAEDDEF886}" type="presParOf" srcId="{88E60851-D7C3-4509-9E36-62667A774638}" destId="{53E42CF9-982E-4472-8ED0-719B645CE609}" srcOrd="0" destOrd="0" presId="urn:microsoft.com/office/officeart/2018/5/layout/CenteredIconLabelDescriptionList"/>
    <dgm:cxn modelId="{CA9ABF81-72BE-40A9-AE8A-026456307871}" type="presParOf" srcId="{53E42CF9-982E-4472-8ED0-719B645CE609}" destId="{CE6600A4-D188-43FC-819B-31147DB3ACE6}" srcOrd="0" destOrd="0" presId="urn:microsoft.com/office/officeart/2018/5/layout/CenteredIconLabelDescriptionList"/>
    <dgm:cxn modelId="{069DB3C8-9B30-40AE-8BC9-A425C0F419FC}" type="presParOf" srcId="{53E42CF9-982E-4472-8ED0-719B645CE609}" destId="{0E2006A3-8D90-428A-8296-32217994FAFA}" srcOrd="1" destOrd="0" presId="urn:microsoft.com/office/officeart/2018/5/layout/CenteredIconLabelDescriptionList"/>
    <dgm:cxn modelId="{C7B61238-D7AC-494A-9119-280A72652778}" type="presParOf" srcId="{53E42CF9-982E-4472-8ED0-719B645CE609}" destId="{E71E56B8-8BCC-4000-95C2-12668D7008CC}" srcOrd="2" destOrd="0" presId="urn:microsoft.com/office/officeart/2018/5/layout/CenteredIconLabelDescriptionList"/>
    <dgm:cxn modelId="{EC27D79B-F807-4407-BF77-5853C5C92FB0}" type="presParOf" srcId="{53E42CF9-982E-4472-8ED0-719B645CE609}" destId="{21D23D7E-409B-4BA9-9B44-A8E02AD7C9DF}" srcOrd="3" destOrd="0" presId="urn:microsoft.com/office/officeart/2018/5/layout/CenteredIconLabelDescriptionList"/>
    <dgm:cxn modelId="{5660D785-76A4-4C93-B30F-441E92F6AF05}" type="presParOf" srcId="{53E42CF9-982E-4472-8ED0-719B645CE609}" destId="{BA994DA2-F4C3-48C7-9369-392DAC3AF6A7}" srcOrd="4" destOrd="0" presId="urn:microsoft.com/office/officeart/2018/5/layout/CenteredIconLabelDescriptionList"/>
    <dgm:cxn modelId="{32D11742-9E97-46CE-8341-AF7E71D42DCC}" type="presParOf" srcId="{88E60851-D7C3-4509-9E36-62667A774638}" destId="{284257A6-5C72-4B50-9EE1-CD8DD2299B7A}" srcOrd="1" destOrd="0" presId="urn:microsoft.com/office/officeart/2018/5/layout/CenteredIconLabelDescriptionList"/>
    <dgm:cxn modelId="{FB0A57EA-AD76-45CF-A671-27F6F4F0BB97}" type="presParOf" srcId="{88E60851-D7C3-4509-9E36-62667A774638}" destId="{AF37FEE4-982D-4DA5-AA25-677584C58025}" srcOrd="2" destOrd="0" presId="urn:microsoft.com/office/officeart/2018/5/layout/CenteredIconLabelDescriptionList"/>
    <dgm:cxn modelId="{7B436F05-58FC-4C4F-A7D3-2D1C2CF6C2E9}" type="presParOf" srcId="{AF37FEE4-982D-4DA5-AA25-677584C58025}" destId="{AA3A9036-D573-474B-8E87-265D11F33D75}" srcOrd="0" destOrd="0" presId="urn:microsoft.com/office/officeart/2018/5/layout/CenteredIconLabelDescriptionList"/>
    <dgm:cxn modelId="{D20D93F1-89C7-47FD-B6E7-6CEE0EC721FC}" type="presParOf" srcId="{AF37FEE4-982D-4DA5-AA25-677584C58025}" destId="{8ADE155A-8B2F-4A8B-B1E5-484F318DEEDE}" srcOrd="1" destOrd="0" presId="urn:microsoft.com/office/officeart/2018/5/layout/CenteredIconLabelDescriptionList"/>
    <dgm:cxn modelId="{6255A211-554C-4526-A081-1493BCEE3389}" type="presParOf" srcId="{AF37FEE4-982D-4DA5-AA25-677584C58025}" destId="{DE65BA4C-7211-4660-907A-CB72CAF2B99A}" srcOrd="2" destOrd="0" presId="urn:microsoft.com/office/officeart/2018/5/layout/CenteredIconLabelDescriptionList"/>
    <dgm:cxn modelId="{AA6CECB3-ED97-4655-B8E8-281FAF6532C0}" type="presParOf" srcId="{AF37FEE4-982D-4DA5-AA25-677584C58025}" destId="{C29C3CF6-9F29-4C7B-BD59-C1A36FFEB6F3}" srcOrd="3" destOrd="0" presId="urn:microsoft.com/office/officeart/2018/5/layout/CenteredIconLabelDescriptionList"/>
    <dgm:cxn modelId="{E4D73D94-B8A7-4962-8045-1FF3FCBED636}" type="presParOf" srcId="{AF37FEE4-982D-4DA5-AA25-677584C58025}" destId="{10EBFC6A-5F43-40FE-9E10-698F697D0F4E}" srcOrd="4" destOrd="0" presId="urn:microsoft.com/office/officeart/2018/5/layout/CenteredIconLabelDescriptionList"/>
    <dgm:cxn modelId="{A541EDBA-84DE-42BC-B05C-7C09E3225611}" type="presParOf" srcId="{88E60851-D7C3-4509-9E36-62667A774638}" destId="{3BAE81D9-0E2F-46D8-B34F-60A676A47ECC}" srcOrd="3" destOrd="0" presId="urn:microsoft.com/office/officeart/2018/5/layout/CenteredIconLabelDescriptionList"/>
    <dgm:cxn modelId="{C4463276-5F9A-4953-8CE1-7E7963ACF21B}" type="presParOf" srcId="{88E60851-D7C3-4509-9E36-62667A774638}" destId="{F58ABCCA-05B1-4EB0-AFED-1F0A71A72E16}" srcOrd="4" destOrd="0" presId="urn:microsoft.com/office/officeart/2018/5/layout/CenteredIconLabelDescriptionList"/>
    <dgm:cxn modelId="{B206C5BC-2D48-4C61-9983-79101E053FE2}" type="presParOf" srcId="{F58ABCCA-05B1-4EB0-AFED-1F0A71A72E16}" destId="{BCDC53BA-F437-4C1C-AE05-DD03F824DD80}" srcOrd="0" destOrd="0" presId="urn:microsoft.com/office/officeart/2018/5/layout/CenteredIconLabelDescriptionList"/>
    <dgm:cxn modelId="{AE860BC5-19F2-464A-9F8F-AC6B4601607B}" type="presParOf" srcId="{F58ABCCA-05B1-4EB0-AFED-1F0A71A72E16}" destId="{72D348BC-8279-454F-9A3F-BFFB12219148}" srcOrd="1" destOrd="0" presId="urn:microsoft.com/office/officeart/2018/5/layout/CenteredIconLabelDescriptionList"/>
    <dgm:cxn modelId="{DEA73A8C-3F77-4DDA-B063-6588581557FE}" type="presParOf" srcId="{F58ABCCA-05B1-4EB0-AFED-1F0A71A72E16}" destId="{41C9BD06-4595-46C7-A82F-1A1D33843021}" srcOrd="2" destOrd="0" presId="urn:microsoft.com/office/officeart/2018/5/layout/CenteredIconLabelDescriptionList"/>
    <dgm:cxn modelId="{1E74F372-BE79-4CD6-A29A-32026927C9A5}" type="presParOf" srcId="{F58ABCCA-05B1-4EB0-AFED-1F0A71A72E16}" destId="{6529E97D-769A-42A9-A099-98EBEC55C541}" srcOrd="3" destOrd="0" presId="urn:microsoft.com/office/officeart/2018/5/layout/CenteredIconLabelDescriptionList"/>
    <dgm:cxn modelId="{B84BA3AF-3D16-4CF6-9346-DEA301146B71}" type="presParOf" srcId="{F58ABCCA-05B1-4EB0-AFED-1F0A71A72E16}" destId="{63B58212-0F81-48FA-9F4D-27D23F5925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3CF744-DDE9-4CF6-9353-9875FF56125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B0A67F-B601-476A-875C-8D2EB2E049B9}">
      <dgm:prSet/>
      <dgm:spPr/>
      <dgm:t>
        <a:bodyPr/>
        <a:lstStyle/>
        <a:p>
          <a:pPr>
            <a:defRPr b="1"/>
          </a:pPr>
          <a:r>
            <a:rPr lang="en-US" b="1"/>
            <a:t>Support Scalable Operations</a:t>
          </a:r>
          <a:endParaRPr lang="en-US"/>
        </a:p>
      </dgm:t>
    </dgm:pt>
    <dgm:pt modelId="{D51F5F66-B37B-4FF0-86CD-8F6EE2C9AB55}" type="parTrans" cxnId="{BA98160C-5F4F-4334-91C0-1FBEC53E36B9}">
      <dgm:prSet/>
      <dgm:spPr/>
      <dgm:t>
        <a:bodyPr/>
        <a:lstStyle/>
        <a:p>
          <a:endParaRPr lang="en-US"/>
        </a:p>
      </dgm:t>
    </dgm:pt>
    <dgm:pt modelId="{BEE10CCC-FCDC-49A4-B9D9-0D8AD19DF34F}" type="sibTrans" cxnId="{BA98160C-5F4F-4334-91C0-1FBEC53E36B9}">
      <dgm:prSet/>
      <dgm:spPr/>
      <dgm:t>
        <a:bodyPr/>
        <a:lstStyle/>
        <a:p>
          <a:endParaRPr lang="en-US"/>
        </a:p>
      </dgm:t>
    </dgm:pt>
    <dgm:pt modelId="{794AB64A-B4F3-499C-84DE-A4BB997F4674}">
      <dgm:prSet/>
      <dgm:spPr/>
      <dgm:t>
        <a:bodyPr/>
        <a:lstStyle/>
        <a:p>
          <a:r>
            <a:rPr lang="en-US"/>
            <a:t>Handle hundreds of thousands of users simultaneously during major disasters.</a:t>
          </a:r>
        </a:p>
      </dgm:t>
    </dgm:pt>
    <dgm:pt modelId="{9CFE0250-9548-4C30-BABD-4FB7FA1F9E6B}" type="parTrans" cxnId="{4B7760F2-CF55-4F0C-8FA1-CCEC7F94E499}">
      <dgm:prSet/>
      <dgm:spPr/>
      <dgm:t>
        <a:bodyPr/>
        <a:lstStyle/>
        <a:p>
          <a:endParaRPr lang="en-US"/>
        </a:p>
      </dgm:t>
    </dgm:pt>
    <dgm:pt modelId="{BD8A9769-9C0A-4D3E-BC7A-89013FCB1CB1}" type="sibTrans" cxnId="{4B7760F2-CF55-4F0C-8FA1-CCEC7F94E499}">
      <dgm:prSet/>
      <dgm:spPr/>
      <dgm:t>
        <a:bodyPr/>
        <a:lstStyle/>
        <a:p>
          <a:endParaRPr lang="en-US"/>
        </a:p>
      </dgm:t>
    </dgm:pt>
    <dgm:pt modelId="{BE841F7B-ACAD-4CF6-AFF1-4972136F21BD}">
      <dgm:prSet/>
      <dgm:spPr/>
      <dgm:t>
        <a:bodyPr/>
        <a:lstStyle/>
        <a:p>
          <a:pPr>
            <a:defRPr b="1"/>
          </a:pPr>
          <a:r>
            <a:rPr lang="en-US" b="1"/>
            <a:t>Ensure Trust and Compliance</a:t>
          </a:r>
          <a:endParaRPr lang="en-US"/>
        </a:p>
      </dgm:t>
    </dgm:pt>
    <dgm:pt modelId="{6D813AEF-9D1F-4C36-B2BB-E883F09D6B6F}" type="parTrans" cxnId="{FD3BEB78-5711-4267-93E8-2F377301DBAC}">
      <dgm:prSet/>
      <dgm:spPr/>
      <dgm:t>
        <a:bodyPr/>
        <a:lstStyle/>
        <a:p>
          <a:endParaRPr lang="en-US"/>
        </a:p>
      </dgm:t>
    </dgm:pt>
    <dgm:pt modelId="{1E41C052-CE0C-4855-9D75-881D2232F55F}" type="sibTrans" cxnId="{FD3BEB78-5711-4267-93E8-2F377301DBAC}">
      <dgm:prSet/>
      <dgm:spPr/>
      <dgm:t>
        <a:bodyPr/>
        <a:lstStyle/>
        <a:p>
          <a:endParaRPr lang="en-US"/>
        </a:p>
      </dgm:t>
    </dgm:pt>
    <dgm:pt modelId="{2BCB63E2-6198-4C37-983B-FDE724A95BA9}">
      <dgm:prSet/>
      <dgm:spPr/>
      <dgm:t>
        <a:bodyPr/>
        <a:lstStyle/>
        <a:p>
          <a:r>
            <a:rPr lang="en-US"/>
            <a:t>Provide secure, reliable, GDPR-compliant data handling to build public trust.</a:t>
          </a:r>
        </a:p>
      </dgm:t>
    </dgm:pt>
    <dgm:pt modelId="{A1EF82D0-CE29-4A65-A89C-DDE3F4727870}" type="parTrans" cxnId="{CC64D2ED-48C6-4384-B2EA-0D11826B4C5B}">
      <dgm:prSet/>
      <dgm:spPr/>
      <dgm:t>
        <a:bodyPr/>
        <a:lstStyle/>
        <a:p>
          <a:endParaRPr lang="en-US"/>
        </a:p>
      </dgm:t>
    </dgm:pt>
    <dgm:pt modelId="{4B46D229-37DB-4A66-84D4-7C99617285DD}" type="sibTrans" cxnId="{CC64D2ED-48C6-4384-B2EA-0D11826B4C5B}">
      <dgm:prSet/>
      <dgm:spPr/>
      <dgm:t>
        <a:bodyPr/>
        <a:lstStyle/>
        <a:p>
          <a:endParaRPr lang="en-US"/>
        </a:p>
      </dgm:t>
    </dgm:pt>
    <dgm:pt modelId="{84748AD4-A4E0-4E0B-903C-22F553B900A2}" type="pres">
      <dgm:prSet presAssocID="{D43CF744-DDE9-4CF6-9353-9875FF561254}" presName="root" presStyleCnt="0">
        <dgm:presLayoutVars>
          <dgm:dir/>
          <dgm:resizeHandles val="exact"/>
        </dgm:presLayoutVars>
      </dgm:prSet>
      <dgm:spPr/>
    </dgm:pt>
    <dgm:pt modelId="{E9EF3C1F-29C7-4995-B84E-BA575EDD8D4B}" type="pres">
      <dgm:prSet presAssocID="{35B0A67F-B601-476A-875C-8D2EB2E049B9}" presName="compNode" presStyleCnt="0"/>
      <dgm:spPr/>
    </dgm:pt>
    <dgm:pt modelId="{52F9025E-B104-4ABF-9E8C-48916261A86A}" type="pres">
      <dgm:prSet presAssocID="{35B0A67F-B601-476A-875C-8D2EB2E049B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BC9177B-F7D2-4D66-80C6-3ED0489A55CA}" type="pres">
      <dgm:prSet presAssocID="{35B0A67F-B601-476A-875C-8D2EB2E049B9}" presName="iconSpace" presStyleCnt="0"/>
      <dgm:spPr/>
    </dgm:pt>
    <dgm:pt modelId="{F9886293-510E-483D-A844-CFCD96887511}" type="pres">
      <dgm:prSet presAssocID="{35B0A67F-B601-476A-875C-8D2EB2E049B9}" presName="parTx" presStyleLbl="revTx" presStyleIdx="0" presStyleCnt="4">
        <dgm:presLayoutVars>
          <dgm:chMax val="0"/>
          <dgm:chPref val="0"/>
        </dgm:presLayoutVars>
      </dgm:prSet>
      <dgm:spPr/>
    </dgm:pt>
    <dgm:pt modelId="{A9E5F2C2-509A-404D-93BE-A25FFEF43BDA}" type="pres">
      <dgm:prSet presAssocID="{35B0A67F-B601-476A-875C-8D2EB2E049B9}" presName="txSpace" presStyleCnt="0"/>
      <dgm:spPr/>
    </dgm:pt>
    <dgm:pt modelId="{F4581707-EB8C-4E37-AB90-54635C2CCC45}" type="pres">
      <dgm:prSet presAssocID="{35B0A67F-B601-476A-875C-8D2EB2E049B9}" presName="desTx" presStyleLbl="revTx" presStyleIdx="1" presStyleCnt="4">
        <dgm:presLayoutVars/>
      </dgm:prSet>
      <dgm:spPr/>
    </dgm:pt>
    <dgm:pt modelId="{8A769ACA-FF5D-4CDF-8FD5-D13B3318726F}" type="pres">
      <dgm:prSet presAssocID="{BEE10CCC-FCDC-49A4-B9D9-0D8AD19DF34F}" presName="sibTrans" presStyleCnt="0"/>
      <dgm:spPr/>
    </dgm:pt>
    <dgm:pt modelId="{5118FB69-CFA4-48F1-9A3D-C542CD3404D4}" type="pres">
      <dgm:prSet presAssocID="{BE841F7B-ACAD-4CF6-AFF1-4972136F21BD}" presName="compNode" presStyleCnt="0"/>
      <dgm:spPr/>
    </dgm:pt>
    <dgm:pt modelId="{B359A190-8DCA-4E0F-8B4E-3704CA09B96A}" type="pres">
      <dgm:prSet presAssocID="{BE841F7B-ACAD-4CF6-AFF1-4972136F21B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8C5D9ED-FB41-48CE-A0BB-6825964501E5}" type="pres">
      <dgm:prSet presAssocID="{BE841F7B-ACAD-4CF6-AFF1-4972136F21BD}" presName="iconSpace" presStyleCnt="0"/>
      <dgm:spPr/>
    </dgm:pt>
    <dgm:pt modelId="{12BA1A67-5490-4D38-836B-3ECD9B16F454}" type="pres">
      <dgm:prSet presAssocID="{BE841F7B-ACAD-4CF6-AFF1-4972136F21BD}" presName="parTx" presStyleLbl="revTx" presStyleIdx="2" presStyleCnt="4">
        <dgm:presLayoutVars>
          <dgm:chMax val="0"/>
          <dgm:chPref val="0"/>
        </dgm:presLayoutVars>
      </dgm:prSet>
      <dgm:spPr/>
    </dgm:pt>
    <dgm:pt modelId="{3AB7428E-4446-488C-A303-036AB7C446DA}" type="pres">
      <dgm:prSet presAssocID="{BE841F7B-ACAD-4CF6-AFF1-4972136F21BD}" presName="txSpace" presStyleCnt="0"/>
      <dgm:spPr/>
    </dgm:pt>
    <dgm:pt modelId="{58D5DA6D-26F8-4CCC-B3EB-E284DDF5A719}" type="pres">
      <dgm:prSet presAssocID="{BE841F7B-ACAD-4CF6-AFF1-4972136F21BD}" presName="desTx" presStyleLbl="revTx" presStyleIdx="3" presStyleCnt="4">
        <dgm:presLayoutVars/>
      </dgm:prSet>
      <dgm:spPr/>
    </dgm:pt>
  </dgm:ptLst>
  <dgm:cxnLst>
    <dgm:cxn modelId="{5051E406-2D01-43FA-9E60-87691D672B64}" type="presOf" srcId="{D43CF744-DDE9-4CF6-9353-9875FF561254}" destId="{84748AD4-A4E0-4E0B-903C-22F553B900A2}" srcOrd="0" destOrd="0" presId="urn:microsoft.com/office/officeart/2018/5/layout/CenteredIconLabelDescriptionList"/>
    <dgm:cxn modelId="{BA98160C-5F4F-4334-91C0-1FBEC53E36B9}" srcId="{D43CF744-DDE9-4CF6-9353-9875FF561254}" destId="{35B0A67F-B601-476A-875C-8D2EB2E049B9}" srcOrd="0" destOrd="0" parTransId="{D51F5F66-B37B-4FF0-86CD-8F6EE2C9AB55}" sibTransId="{BEE10CCC-FCDC-49A4-B9D9-0D8AD19DF34F}"/>
    <dgm:cxn modelId="{C2D30D2B-1FE8-4516-864B-AD21960F6E74}" type="presOf" srcId="{35B0A67F-B601-476A-875C-8D2EB2E049B9}" destId="{F9886293-510E-483D-A844-CFCD96887511}" srcOrd="0" destOrd="0" presId="urn:microsoft.com/office/officeart/2018/5/layout/CenteredIconLabelDescriptionList"/>
    <dgm:cxn modelId="{104B0547-46C5-4CE2-8CDB-FD1C9751C88D}" type="presOf" srcId="{794AB64A-B4F3-499C-84DE-A4BB997F4674}" destId="{F4581707-EB8C-4E37-AB90-54635C2CCC45}" srcOrd="0" destOrd="0" presId="urn:microsoft.com/office/officeart/2018/5/layout/CenteredIconLabelDescriptionList"/>
    <dgm:cxn modelId="{FD3BEB78-5711-4267-93E8-2F377301DBAC}" srcId="{D43CF744-DDE9-4CF6-9353-9875FF561254}" destId="{BE841F7B-ACAD-4CF6-AFF1-4972136F21BD}" srcOrd="1" destOrd="0" parTransId="{6D813AEF-9D1F-4C36-B2BB-E883F09D6B6F}" sibTransId="{1E41C052-CE0C-4855-9D75-881D2232F55F}"/>
    <dgm:cxn modelId="{DDDFDCD3-F514-41C4-A787-9C43D185A4DF}" type="presOf" srcId="{2BCB63E2-6198-4C37-983B-FDE724A95BA9}" destId="{58D5DA6D-26F8-4CCC-B3EB-E284DDF5A719}" srcOrd="0" destOrd="0" presId="urn:microsoft.com/office/officeart/2018/5/layout/CenteredIconLabelDescriptionList"/>
    <dgm:cxn modelId="{C1C715DF-3333-4220-93CB-40727B1B8020}" type="presOf" srcId="{BE841F7B-ACAD-4CF6-AFF1-4972136F21BD}" destId="{12BA1A67-5490-4D38-836B-3ECD9B16F454}" srcOrd="0" destOrd="0" presId="urn:microsoft.com/office/officeart/2018/5/layout/CenteredIconLabelDescriptionList"/>
    <dgm:cxn modelId="{CC64D2ED-48C6-4384-B2EA-0D11826B4C5B}" srcId="{BE841F7B-ACAD-4CF6-AFF1-4972136F21BD}" destId="{2BCB63E2-6198-4C37-983B-FDE724A95BA9}" srcOrd="0" destOrd="0" parTransId="{A1EF82D0-CE29-4A65-A89C-DDE3F4727870}" sibTransId="{4B46D229-37DB-4A66-84D4-7C99617285DD}"/>
    <dgm:cxn modelId="{4B7760F2-CF55-4F0C-8FA1-CCEC7F94E499}" srcId="{35B0A67F-B601-476A-875C-8D2EB2E049B9}" destId="{794AB64A-B4F3-499C-84DE-A4BB997F4674}" srcOrd="0" destOrd="0" parTransId="{9CFE0250-9548-4C30-BABD-4FB7FA1F9E6B}" sibTransId="{BD8A9769-9C0A-4D3E-BC7A-89013FCB1CB1}"/>
    <dgm:cxn modelId="{AB24FD33-60D4-41E2-B823-2C447BC26A1A}" type="presParOf" srcId="{84748AD4-A4E0-4E0B-903C-22F553B900A2}" destId="{E9EF3C1F-29C7-4995-B84E-BA575EDD8D4B}" srcOrd="0" destOrd="0" presId="urn:microsoft.com/office/officeart/2018/5/layout/CenteredIconLabelDescriptionList"/>
    <dgm:cxn modelId="{A85EC0BC-2167-47E5-84B7-719BCAAF441D}" type="presParOf" srcId="{E9EF3C1F-29C7-4995-B84E-BA575EDD8D4B}" destId="{52F9025E-B104-4ABF-9E8C-48916261A86A}" srcOrd="0" destOrd="0" presId="urn:microsoft.com/office/officeart/2018/5/layout/CenteredIconLabelDescriptionList"/>
    <dgm:cxn modelId="{46C6E5CC-E223-4541-B09F-4CBA662F5835}" type="presParOf" srcId="{E9EF3C1F-29C7-4995-B84E-BA575EDD8D4B}" destId="{9BC9177B-F7D2-4D66-80C6-3ED0489A55CA}" srcOrd="1" destOrd="0" presId="urn:microsoft.com/office/officeart/2018/5/layout/CenteredIconLabelDescriptionList"/>
    <dgm:cxn modelId="{57CE1388-8178-404F-87EA-854EDC8AB194}" type="presParOf" srcId="{E9EF3C1F-29C7-4995-B84E-BA575EDD8D4B}" destId="{F9886293-510E-483D-A844-CFCD96887511}" srcOrd="2" destOrd="0" presId="urn:microsoft.com/office/officeart/2018/5/layout/CenteredIconLabelDescriptionList"/>
    <dgm:cxn modelId="{6AF50589-BB3A-46BF-8CE4-2778A6965455}" type="presParOf" srcId="{E9EF3C1F-29C7-4995-B84E-BA575EDD8D4B}" destId="{A9E5F2C2-509A-404D-93BE-A25FFEF43BDA}" srcOrd="3" destOrd="0" presId="urn:microsoft.com/office/officeart/2018/5/layout/CenteredIconLabelDescriptionList"/>
    <dgm:cxn modelId="{659828CF-CA97-4DE7-AAF2-B7025B35AEE0}" type="presParOf" srcId="{E9EF3C1F-29C7-4995-B84E-BA575EDD8D4B}" destId="{F4581707-EB8C-4E37-AB90-54635C2CCC45}" srcOrd="4" destOrd="0" presId="urn:microsoft.com/office/officeart/2018/5/layout/CenteredIconLabelDescriptionList"/>
    <dgm:cxn modelId="{451AD682-35FA-4B42-8016-7DC9D725AF02}" type="presParOf" srcId="{84748AD4-A4E0-4E0B-903C-22F553B900A2}" destId="{8A769ACA-FF5D-4CDF-8FD5-D13B3318726F}" srcOrd="1" destOrd="0" presId="urn:microsoft.com/office/officeart/2018/5/layout/CenteredIconLabelDescriptionList"/>
    <dgm:cxn modelId="{54D73793-5BD2-46F0-A5BE-0647215E088B}" type="presParOf" srcId="{84748AD4-A4E0-4E0B-903C-22F553B900A2}" destId="{5118FB69-CFA4-48F1-9A3D-C542CD3404D4}" srcOrd="2" destOrd="0" presId="urn:microsoft.com/office/officeart/2018/5/layout/CenteredIconLabelDescriptionList"/>
    <dgm:cxn modelId="{0BCE2C3D-C05B-44B6-BAEC-6BE83C48935B}" type="presParOf" srcId="{5118FB69-CFA4-48F1-9A3D-C542CD3404D4}" destId="{B359A190-8DCA-4E0F-8B4E-3704CA09B96A}" srcOrd="0" destOrd="0" presId="urn:microsoft.com/office/officeart/2018/5/layout/CenteredIconLabelDescriptionList"/>
    <dgm:cxn modelId="{8F36C0BE-D8C1-43D1-8183-B7B7B546E264}" type="presParOf" srcId="{5118FB69-CFA4-48F1-9A3D-C542CD3404D4}" destId="{08C5D9ED-FB41-48CE-A0BB-6825964501E5}" srcOrd="1" destOrd="0" presId="urn:microsoft.com/office/officeart/2018/5/layout/CenteredIconLabelDescriptionList"/>
    <dgm:cxn modelId="{38C42636-77B1-4D34-9670-561C021C9CEE}" type="presParOf" srcId="{5118FB69-CFA4-48F1-9A3D-C542CD3404D4}" destId="{12BA1A67-5490-4D38-836B-3ECD9B16F454}" srcOrd="2" destOrd="0" presId="urn:microsoft.com/office/officeart/2018/5/layout/CenteredIconLabelDescriptionList"/>
    <dgm:cxn modelId="{E00910E6-0DAC-46EA-9FCA-D97DE4457857}" type="presParOf" srcId="{5118FB69-CFA4-48F1-9A3D-C542CD3404D4}" destId="{3AB7428E-4446-488C-A303-036AB7C446DA}" srcOrd="3" destOrd="0" presId="urn:microsoft.com/office/officeart/2018/5/layout/CenteredIconLabelDescriptionList"/>
    <dgm:cxn modelId="{392BEB2B-F0AA-4381-B877-521FECFA381C}" type="presParOf" srcId="{5118FB69-CFA4-48F1-9A3D-C542CD3404D4}" destId="{58D5DA6D-26F8-4CCC-B3EB-E284DDF5A71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1729D5-7B5E-4CA5-AE99-587A24EE501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L"/>
        </a:p>
      </dgm:t>
    </dgm:pt>
    <dgm:pt modelId="{ED681F77-9870-49D1-91F7-53B53BB234AD}">
      <dgm:prSet phldrT="[Text]"/>
      <dgm:spPr/>
      <dgm:t>
        <a:bodyPr/>
        <a:lstStyle/>
        <a:p>
          <a:r>
            <a:rPr lang="en-US" dirty="0"/>
            <a:t>Mobile/Web app for citizens to report incidents.</a:t>
          </a:r>
          <a:endParaRPr lang="en-NL" dirty="0"/>
        </a:p>
      </dgm:t>
    </dgm:pt>
    <dgm:pt modelId="{B13E98B6-5B4C-45A1-A79C-C349CCD793A6}" type="parTrans" cxnId="{37F43C88-F0D7-4099-B95B-5DBB1F8FF594}">
      <dgm:prSet/>
      <dgm:spPr/>
      <dgm:t>
        <a:bodyPr/>
        <a:lstStyle/>
        <a:p>
          <a:endParaRPr lang="en-NL"/>
        </a:p>
      </dgm:t>
    </dgm:pt>
    <dgm:pt modelId="{047D12F3-80B9-4476-BE8A-5DB6D64B7761}" type="sibTrans" cxnId="{37F43C88-F0D7-4099-B95B-5DBB1F8FF594}">
      <dgm:prSet/>
      <dgm:spPr/>
      <dgm:t>
        <a:bodyPr/>
        <a:lstStyle/>
        <a:p>
          <a:endParaRPr lang="en-NL"/>
        </a:p>
      </dgm:t>
    </dgm:pt>
    <dgm:pt modelId="{995F299F-A715-49D9-A91F-58FE6B7C185A}">
      <dgm:prSet phldrT="[Text]"/>
      <dgm:spPr/>
      <dgm:t>
        <a:bodyPr/>
        <a:lstStyle/>
        <a:p>
          <a:pPr>
            <a:buNone/>
          </a:pPr>
          <a:r>
            <a:rPr lang="en-US" dirty="0"/>
            <a:t>Automated routing system to assign incidents to the correct </a:t>
          </a:r>
          <a:r>
            <a:rPr lang="en-US" dirty="0" err="1"/>
            <a:t>Gemeente</a:t>
          </a:r>
          <a:r>
            <a:rPr lang="en-US" dirty="0"/>
            <a:t>.</a:t>
          </a:r>
        </a:p>
      </dgm:t>
    </dgm:pt>
    <dgm:pt modelId="{11D3C226-CDFA-4BEE-BF17-0777796F8DCD}" type="parTrans" cxnId="{860D75E7-133E-499D-A6FE-1BAB87BE7DCA}">
      <dgm:prSet/>
      <dgm:spPr/>
      <dgm:t>
        <a:bodyPr/>
        <a:lstStyle/>
        <a:p>
          <a:endParaRPr lang="en-NL"/>
        </a:p>
      </dgm:t>
    </dgm:pt>
    <dgm:pt modelId="{3CAEBE0E-A1BC-4DD6-9D9D-0B10E3415057}" type="sibTrans" cxnId="{860D75E7-133E-499D-A6FE-1BAB87BE7DCA}">
      <dgm:prSet/>
      <dgm:spPr/>
      <dgm:t>
        <a:bodyPr/>
        <a:lstStyle/>
        <a:p>
          <a:endParaRPr lang="en-NL"/>
        </a:p>
      </dgm:t>
    </dgm:pt>
    <dgm:pt modelId="{95B3E40B-EBB4-4324-AA71-880C843E3780}">
      <dgm:prSet phldrT="[Text]"/>
      <dgm:spPr/>
      <dgm:t>
        <a:bodyPr/>
        <a:lstStyle/>
        <a:p>
          <a:pPr>
            <a:buNone/>
          </a:pPr>
          <a:r>
            <a:rPr lang="en-US"/>
            <a:t>Dashboards for emergency teams with real-time updates.</a:t>
          </a:r>
          <a:endParaRPr lang="en-US" dirty="0"/>
        </a:p>
      </dgm:t>
    </dgm:pt>
    <dgm:pt modelId="{20098436-FF33-4BCF-87BF-DE0D3348C8F1}" type="parTrans" cxnId="{0D923018-45F9-40C1-8586-B60E22062D8D}">
      <dgm:prSet/>
      <dgm:spPr/>
      <dgm:t>
        <a:bodyPr/>
        <a:lstStyle/>
        <a:p>
          <a:endParaRPr lang="en-NL"/>
        </a:p>
      </dgm:t>
    </dgm:pt>
    <dgm:pt modelId="{45445C5D-0B6C-4055-BC30-F6DF04A4ED81}" type="sibTrans" cxnId="{0D923018-45F9-40C1-8586-B60E22062D8D}">
      <dgm:prSet/>
      <dgm:spPr/>
      <dgm:t>
        <a:bodyPr/>
        <a:lstStyle/>
        <a:p>
          <a:endParaRPr lang="en-NL"/>
        </a:p>
      </dgm:t>
    </dgm:pt>
    <dgm:pt modelId="{B2A704D4-1495-43F1-BC70-6F6784EC7366}">
      <dgm:prSet/>
      <dgm:spPr/>
      <dgm:t>
        <a:bodyPr/>
        <a:lstStyle/>
        <a:p>
          <a:pPr>
            <a:buNone/>
          </a:pPr>
          <a:r>
            <a:rPr lang="en-US"/>
            <a:t>Notification system to inform all stakeholders.</a:t>
          </a:r>
          <a:endParaRPr lang="en-US" dirty="0"/>
        </a:p>
      </dgm:t>
    </dgm:pt>
    <dgm:pt modelId="{FC1C0EFE-FF83-4B19-8DE7-4642A46EACCA}" type="parTrans" cxnId="{6EF83EE0-4B4A-4CC8-8225-2083B03EFD96}">
      <dgm:prSet/>
      <dgm:spPr/>
      <dgm:t>
        <a:bodyPr/>
        <a:lstStyle/>
        <a:p>
          <a:endParaRPr lang="en-NL"/>
        </a:p>
      </dgm:t>
    </dgm:pt>
    <dgm:pt modelId="{FC7BF46E-0E1E-4145-AAAD-6C1B5CBF56A5}" type="sibTrans" cxnId="{6EF83EE0-4B4A-4CC8-8225-2083B03EFD96}">
      <dgm:prSet/>
      <dgm:spPr/>
      <dgm:t>
        <a:bodyPr/>
        <a:lstStyle/>
        <a:p>
          <a:endParaRPr lang="en-NL"/>
        </a:p>
      </dgm:t>
    </dgm:pt>
    <dgm:pt modelId="{66B77E6F-87EA-4829-877F-70C6F958FAA4}">
      <dgm:prSet/>
      <dgm:spPr/>
      <dgm:t>
        <a:bodyPr/>
        <a:lstStyle/>
        <a:p>
          <a:pPr>
            <a:buNone/>
          </a:pPr>
          <a:r>
            <a:rPr lang="en-US"/>
            <a:t>Reporting &amp; analytics for training and post-disaster evaluation.</a:t>
          </a:r>
          <a:endParaRPr lang="en-NL" dirty="0"/>
        </a:p>
      </dgm:t>
    </dgm:pt>
    <dgm:pt modelId="{05CE5649-C033-4F9B-941C-70B68826E5CE}" type="parTrans" cxnId="{ED18078F-5EA2-478C-A554-1D957E526A8A}">
      <dgm:prSet/>
      <dgm:spPr/>
      <dgm:t>
        <a:bodyPr/>
        <a:lstStyle/>
        <a:p>
          <a:endParaRPr lang="en-NL"/>
        </a:p>
      </dgm:t>
    </dgm:pt>
    <dgm:pt modelId="{974F2561-467C-4E95-B34E-D81E9FE90376}" type="sibTrans" cxnId="{ED18078F-5EA2-478C-A554-1D957E526A8A}">
      <dgm:prSet/>
      <dgm:spPr/>
      <dgm:t>
        <a:bodyPr/>
        <a:lstStyle/>
        <a:p>
          <a:endParaRPr lang="en-NL"/>
        </a:p>
      </dgm:t>
    </dgm:pt>
    <dgm:pt modelId="{A377848B-7BF0-4C8F-9E35-D8D465B06F34}">
      <dgm:prSet phldrT="[Text]"/>
      <dgm:spPr/>
      <dgm:t>
        <a:bodyPr/>
        <a:lstStyle/>
        <a:p>
          <a:r>
            <a:rPr lang="en-US"/>
            <a:t>Central dashboard for Regio to validate and decide.</a:t>
          </a:r>
          <a:endParaRPr lang="en-NL" dirty="0"/>
        </a:p>
      </dgm:t>
    </dgm:pt>
    <dgm:pt modelId="{B4282315-0426-4FC2-AD9B-85E6DB25D972}" type="parTrans" cxnId="{4118AA57-DC40-4A0A-9D43-794F27428294}">
      <dgm:prSet/>
      <dgm:spPr/>
      <dgm:t>
        <a:bodyPr/>
        <a:lstStyle/>
        <a:p>
          <a:endParaRPr lang="en-NL"/>
        </a:p>
      </dgm:t>
    </dgm:pt>
    <dgm:pt modelId="{49D2B800-9073-4767-858E-FD1F28818AAF}" type="sibTrans" cxnId="{4118AA57-DC40-4A0A-9D43-794F27428294}">
      <dgm:prSet/>
      <dgm:spPr/>
      <dgm:t>
        <a:bodyPr/>
        <a:lstStyle/>
        <a:p>
          <a:endParaRPr lang="en-NL"/>
        </a:p>
      </dgm:t>
    </dgm:pt>
    <dgm:pt modelId="{32E4C6F4-0742-48EC-AFDA-289D6024A6E8}" type="pres">
      <dgm:prSet presAssocID="{F11729D5-7B5E-4CA5-AE99-587A24EE5011}" presName="vert0" presStyleCnt="0">
        <dgm:presLayoutVars>
          <dgm:dir/>
          <dgm:animOne val="branch"/>
          <dgm:animLvl val="lvl"/>
        </dgm:presLayoutVars>
      </dgm:prSet>
      <dgm:spPr/>
    </dgm:pt>
    <dgm:pt modelId="{6CEAA6FB-83F9-4D57-A19F-55C263EEBA42}" type="pres">
      <dgm:prSet presAssocID="{ED681F77-9870-49D1-91F7-53B53BB234AD}" presName="thickLine" presStyleLbl="alignNode1" presStyleIdx="0" presStyleCnt="6"/>
      <dgm:spPr/>
    </dgm:pt>
    <dgm:pt modelId="{0351A5B7-45E6-4392-A903-ECF5FCB44E1A}" type="pres">
      <dgm:prSet presAssocID="{ED681F77-9870-49D1-91F7-53B53BB234AD}" presName="horz1" presStyleCnt="0"/>
      <dgm:spPr/>
    </dgm:pt>
    <dgm:pt modelId="{C7588E78-02A0-459C-A36D-555701C11B4F}" type="pres">
      <dgm:prSet presAssocID="{ED681F77-9870-49D1-91F7-53B53BB234AD}" presName="tx1" presStyleLbl="revTx" presStyleIdx="0" presStyleCnt="6"/>
      <dgm:spPr/>
    </dgm:pt>
    <dgm:pt modelId="{686C29D0-86F9-48C1-832B-2129B08C810B}" type="pres">
      <dgm:prSet presAssocID="{ED681F77-9870-49D1-91F7-53B53BB234AD}" presName="vert1" presStyleCnt="0"/>
      <dgm:spPr/>
    </dgm:pt>
    <dgm:pt modelId="{FE9BE8F7-DA29-409B-9000-9CB0CDC0E01B}" type="pres">
      <dgm:prSet presAssocID="{A377848B-7BF0-4C8F-9E35-D8D465B06F34}" presName="thickLine" presStyleLbl="alignNode1" presStyleIdx="1" presStyleCnt="6"/>
      <dgm:spPr/>
    </dgm:pt>
    <dgm:pt modelId="{BADB93A4-6F1C-4853-B0E4-07592C471C2B}" type="pres">
      <dgm:prSet presAssocID="{A377848B-7BF0-4C8F-9E35-D8D465B06F34}" presName="horz1" presStyleCnt="0"/>
      <dgm:spPr/>
    </dgm:pt>
    <dgm:pt modelId="{0E3C1FB1-9207-4010-866E-8C9ACA13C636}" type="pres">
      <dgm:prSet presAssocID="{A377848B-7BF0-4C8F-9E35-D8D465B06F34}" presName="tx1" presStyleLbl="revTx" presStyleIdx="1" presStyleCnt="6"/>
      <dgm:spPr/>
    </dgm:pt>
    <dgm:pt modelId="{FD60B5DF-CD81-4ED0-B0EE-BD31A526D8CF}" type="pres">
      <dgm:prSet presAssocID="{A377848B-7BF0-4C8F-9E35-D8D465B06F34}" presName="vert1" presStyleCnt="0"/>
      <dgm:spPr/>
    </dgm:pt>
    <dgm:pt modelId="{B98578A5-AB66-4476-B404-0706308EC8A2}" type="pres">
      <dgm:prSet presAssocID="{995F299F-A715-49D9-A91F-58FE6B7C185A}" presName="thickLine" presStyleLbl="alignNode1" presStyleIdx="2" presStyleCnt="6"/>
      <dgm:spPr/>
    </dgm:pt>
    <dgm:pt modelId="{8349C1F6-DDBC-4FF8-9339-E4947C91DB72}" type="pres">
      <dgm:prSet presAssocID="{995F299F-A715-49D9-A91F-58FE6B7C185A}" presName="horz1" presStyleCnt="0"/>
      <dgm:spPr/>
    </dgm:pt>
    <dgm:pt modelId="{5AF40E81-7E55-4E55-9F53-44FA73B5540C}" type="pres">
      <dgm:prSet presAssocID="{995F299F-A715-49D9-A91F-58FE6B7C185A}" presName="tx1" presStyleLbl="revTx" presStyleIdx="2" presStyleCnt="6"/>
      <dgm:spPr/>
    </dgm:pt>
    <dgm:pt modelId="{3564DE5D-FC3F-42E7-A3EE-9FEEC4435A7F}" type="pres">
      <dgm:prSet presAssocID="{995F299F-A715-49D9-A91F-58FE6B7C185A}" presName="vert1" presStyleCnt="0"/>
      <dgm:spPr/>
    </dgm:pt>
    <dgm:pt modelId="{8A643CF5-5359-41FB-A199-B377B3087BFA}" type="pres">
      <dgm:prSet presAssocID="{95B3E40B-EBB4-4324-AA71-880C843E3780}" presName="thickLine" presStyleLbl="alignNode1" presStyleIdx="3" presStyleCnt="6"/>
      <dgm:spPr/>
    </dgm:pt>
    <dgm:pt modelId="{BF9CFA11-8DC1-4EAD-BC3B-76EB6C5B23EE}" type="pres">
      <dgm:prSet presAssocID="{95B3E40B-EBB4-4324-AA71-880C843E3780}" presName="horz1" presStyleCnt="0"/>
      <dgm:spPr/>
    </dgm:pt>
    <dgm:pt modelId="{D44ED37C-FF7A-434F-BF8B-A5DF32152590}" type="pres">
      <dgm:prSet presAssocID="{95B3E40B-EBB4-4324-AA71-880C843E3780}" presName="tx1" presStyleLbl="revTx" presStyleIdx="3" presStyleCnt="6"/>
      <dgm:spPr/>
    </dgm:pt>
    <dgm:pt modelId="{273D064E-84D9-4246-8575-EB7DEE5A61DB}" type="pres">
      <dgm:prSet presAssocID="{95B3E40B-EBB4-4324-AA71-880C843E3780}" presName="vert1" presStyleCnt="0"/>
      <dgm:spPr/>
    </dgm:pt>
    <dgm:pt modelId="{DE13E4B8-BAC1-4566-8286-D24E16CA0503}" type="pres">
      <dgm:prSet presAssocID="{B2A704D4-1495-43F1-BC70-6F6784EC7366}" presName="thickLine" presStyleLbl="alignNode1" presStyleIdx="4" presStyleCnt="6"/>
      <dgm:spPr/>
    </dgm:pt>
    <dgm:pt modelId="{52D440CF-E20F-4472-8F71-DF64BB87B881}" type="pres">
      <dgm:prSet presAssocID="{B2A704D4-1495-43F1-BC70-6F6784EC7366}" presName="horz1" presStyleCnt="0"/>
      <dgm:spPr/>
    </dgm:pt>
    <dgm:pt modelId="{0BD2C6CF-922A-401F-998A-290189207324}" type="pres">
      <dgm:prSet presAssocID="{B2A704D4-1495-43F1-BC70-6F6784EC7366}" presName="tx1" presStyleLbl="revTx" presStyleIdx="4" presStyleCnt="6"/>
      <dgm:spPr/>
    </dgm:pt>
    <dgm:pt modelId="{320610CF-B814-49E1-AF8A-9084510E818A}" type="pres">
      <dgm:prSet presAssocID="{B2A704D4-1495-43F1-BC70-6F6784EC7366}" presName="vert1" presStyleCnt="0"/>
      <dgm:spPr/>
    </dgm:pt>
    <dgm:pt modelId="{EC76CA7D-6978-4CC5-BE87-2F2F965DB9C4}" type="pres">
      <dgm:prSet presAssocID="{66B77E6F-87EA-4829-877F-70C6F958FAA4}" presName="thickLine" presStyleLbl="alignNode1" presStyleIdx="5" presStyleCnt="6"/>
      <dgm:spPr/>
    </dgm:pt>
    <dgm:pt modelId="{334AB651-F6D3-4187-A2B6-3654E272240A}" type="pres">
      <dgm:prSet presAssocID="{66B77E6F-87EA-4829-877F-70C6F958FAA4}" presName="horz1" presStyleCnt="0"/>
      <dgm:spPr/>
    </dgm:pt>
    <dgm:pt modelId="{87D82375-E30D-4563-9951-C6A3CA231301}" type="pres">
      <dgm:prSet presAssocID="{66B77E6F-87EA-4829-877F-70C6F958FAA4}" presName="tx1" presStyleLbl="revTx" presStyleIdx="5" presStyleCnt="6"/>
      <dgm:spPr/>
    </dgm:pt>
    <dgm:pt modelId="{86139E64-FB91-4A97-AFAA-415755B61EDE}" type="pres">
      <dgm:prSet presAssocID="{66B77E6F-87EA-4829-877F-70C6F958FAA4}" presName="vert1" presStyleCnt="0"/>
      <dgm:spPr/>
    </dgm:pt>
  </dgm:ptLst>
  <dgm:cxnLst>
    <dgm:cxn modelId="{EDFC7808-0659-49FA-87A0-D855C7F862F8}" type="presOf" srcId="{B2A704D4-1495-43F1-BC70-6F6784EC7366}" destId="{0BD2C6CF-922A-401F-998A-290189207324}" srcOrd="0" destOrd="0" presId="urn:microsoft.com/office/officeart/2008/layout/LinedList"/>
    <dgm:cxn modelId="{0D923018-45F9-40C1-8586-B60E22062D8D}" srcId="{F11729D5-7B5E-4CA5-AE99-587A24EE5011}" destId="{95B3E40B-EBB4-4324-AA71-880C843E3780}" srcOrd="3" destOrd="0" parTransId="{20098436-FF33-4BCF-87BF-DE0D3348C8F1}" sibTransId="{45445C5D-0B6C-4055-BC30-F6DF04A4ED81}"/>
    <dgm:cxn modelId="{B144C52A-734A-488A-BAB6-E7F48CE8C217}" type="presOf" srcId="{A377848B-7BF0-4C8F-9E35-D8D465B06F34}" destId="{0E3C1FB1-9207-4010-866E-8C9ACA13C636}" srcOrd="0" destOrd="0" presId="urn:microsoft.com/office/officeart/2008/layout/LinedList"/>
    <dgm:cxn modelId="{CAA8D035-4143-4CD3-B4B1-1E8A075C990C}" type="presOf" srcId="{F11729D5-7B5E-4CA5-AE99-587A24EE5011}" destId="{32E4C6F4-0742-48EC-AFDA-289D6024A6E8}" srcOrd="0" destOrd="0" presId="urn:microsoft.com/office/officeart/2008/layout/LinedList"/>
    <dgm:cxn modelId="{C4B0066F-3981-4EE3-A13A-4ADECD40F83C}" type="presOf" srcId="{95B3E40B-EBB4-4324-AA71-880C843E3780}" destId="{D44ED37C-FF7A-434F-BF8B-A5DF32152590}" srcOrd="0" destOrd="0" presId="urn:microsoft.com/office/officeart/2008/layout/LinedList"/>
    <dgm:cxn modelId="{4118AA57-DC40-4A0A-9D43-794F27428294}" srcId="{F11729D5-7B5E-4CA5-AE99-587A24EE5011}" destId="{A377848B-7BF0-4C8F-9E35-D8D465B06F34}" srcOrd="1" destOrd="0" parTransId="{B4282315-0426-4FC2-AD9B-85E6DB25D972}" sibTransId="{49D2B800-9073-4767-858E-FD1F28818AAF}"/>
    <dgm:cxn modelId="{37F43C88-F0D7-4099-B95B-5DBB1F8FF594}" srcId="{F11729D5-7B5E-4CA5-AE99-587A24EE5011}" destId="{ED681F77-9870-49D1-91F7-53B53BB234AD}" srcOrd="0" destOrd="0" parTransId="{B13E98B6-5B4C-45A1-A79C-C349CCD793A6}" sibTransId="{047D12F3-80B9-4476-BE8A-5DB6D64B7761}"/>
    <dgm:cxn modelId="{FF65CC8C-D7D8-4378-B78C-CA808CFDAD0D}" type="presOf" srcId="{ED681F77-9870-49D1-91F7-53B53BB234AD}" destId="{C7588E78-02A0-459C-A36D-555701C11B4F}" srcOrd="0" destOrd="0" presId="urn:microsoft.com/office/officeart/2008/layout/LinedList"/>
    <dgm:cxn modelId="{ED18078F-5EA2-478C-A554-1D957E526A8A}" srcId="{F11729D5-7B5E-4CA5-AE99-587A24EE5011}" destId="{66B77E6F-87EA-4829-877F-70C6F958FAA4}" srcOrd="5" destOrd="0" parTransId="{05CE5649-C033-4F9B-941C-70B68826E5CE}" sibTransId="{974F2561-467C-4E95-B34E-D81E9FE90376}"/>
    <dgm:cxn modelId="{D24FE1D6-6381-4E45-8BAD-5A577E127D4C}" type="presOf" srcId="{995F299F-A715-49D9-A91F-58FE6B7C185A}" destId="{5AF40E81-7E55-4E55-9F53-44FA73B5540C}" srcOrd="0" destOrd="0" presId="urn:microsoft.com/office/officeart/2008/layout/LinedList"/>
    <dgm:cxn modelId="{6EF83EE0-4B4A-4CC8-8225-2083B03EFD96}" srcId="{F11729D5-7B5E-4CA5-AE99-587A24EE5011}" destId="{B2A704D4-1495-43F1-BC70-6F6784EC7366}" srcOrd="4" destOrd="0" parTransId="{FC1C0EFE-FF83-4B19-8DE7-4642A46EACCA}" sibTransId="{FC7BF46E-0E1E-4145-AAAD-6C1B5CBF56A5}"/>
    <dgm:cxn modelId="{860D75E7-133E-499D-A6FE-1BAB87BE7DCA}" srcId="{F11729D5-7B5E-4CA5-AE99-587A24EE5011}" destId="{995F299F-A715-49D9-A91F-58FE6B7C185A}" srcOrd="2" destOrd="0" parTransId="{11D3C226-CDFA-4BEE-BF17-0777796F8DCD}" sibTransId="{3CAEBE0E-A1BC-4DD6-9D9D-0B10E3415057}"/>
    <dgm:cxn modelId="{E78ED4E7-0A69-4270-8316-3AC45EC03F48}" type="presOf" srcId="{66B77E6F-87EA-4829-877F-70C6F958FAA4}" destId="{87D82375-E30D-4563-9951-C6A3CA231301}" srcOrd="0" destOrd="0" presId="urn:microsoft.com/office/officeart/2008/layout/LinedList"/>
    <dgm:cxn modelId="{485634FD-3BFA-4757-8213-F4D2F82ADCCC}" type="presParOf" srcId="{32E4C6F4-0742-48EC-AFDA-289D6024A6E8}" destId="{6CEAA6FB-83F9-4D57-A19F-55C263EEBA42}" srcOrd="0" destOrd="0" presId="urn:microsoft.com/office/officeart/2008/layout/LinedList"/>
    <dgm:cxn modelId="{67FF696B-41FE-4196-854A-406EA21F2F8B}" type="presParOf" srcId="{32E4C6F4-0742-48EC-AFDA-289D6024A6E8}" destId="{0351A5B7-45E6-4392-A903-ECF5FCB44E1A}" srcOrd="1" destOrd="0" presId="urn:microsoft.com/office/officeart/2008/layout/LinedList"/>
    <dgm:cxn modelId="{9454246D-F7E3-4985-8575-D66122BA6FE5}" type="presParOf" srcId="{0351A5B7-45E6-4392-A903-ECF5FCB44E1A}" destId="{C7588E78-02A0-459C-A36D-555701C11B4F}" srcOrd="0" destOrd="0" presId="urn:microsoft.com/office/officeart/2008/layout/LinedList"/>
    <dgm:cxn modelId="{E3F2B17D-C667-46A6-AFA8-BA1C65599354}" type="presParOf" srcId="{0351A5B7-45E6-4392-A903-ECF5FCB44E1A}" destId="{686C29D0-86F9-48C1-832B-2129B08C810B}" srcOrd="1" destOrd="0" presId="urn:microsoft.com/office/officeart/2008/layout/LinedList"/>
    <dgm:cxn modelId="{FD313547-88EB-4764-A35C-9C96FBC068E6}" type="presParOf" srcId="{32E4C6F4-0742-48EC-AFDA-289D6024A6E8}" destId="{FE9BE8F7-DA29-409B-9000-9CB0CDC0E01B}" srcOrd="2" destOrd="0" presId="urn:microsoft.com/office/officeart/2008/layout/LinedList"/>
    <dgm:cxn modelId="{2F88EC5B-4BCD-4478-A3CA-D37D7DDD177E}" type="presParOf" srcId="{32E4C6F4-0742-48EC-AFDA-289D6024A6E8}" destId="{BADB93A4-6F1C-4853-B0E4-07592C471C2B}" srcOrd="3" destOrd="0" presId="urn:microsoft.com/office/officeart/2008/layout/LinedList"/>
    <dgm:cxn modelId="{47360A10-8D72-4712-9BAC-5D2760C179E9}" type="presParOf" srcId="{BADB93A4-6F1C-4853-B0E4-07592C471C2B}" destId="{0E3C1FB1-9207-4010-866E-8C9ACA13C636}" srcOrd="0" destOrd="0" presId="urn:microsoft.com/office/officeart/2008/layout/LinedList"/>
    <dgm:cxn modelId="{F1B064AD-F913-4490-B026-72A0EDF85ECB}" type="presParOf" srcId="{BADB93A4-6F1C-4853-B0E4-07592C471C2B}" destId="{FD60B5DF-CD81-4ED0-B0EE-BD31A526D8CF}" srcOrd="1" destOrd="0" presId="urn:microsoft.com/office/officeart/2008/layout/LinedList"/>
    <dgm:cxn modelId="{FE662A9C-20F7-4AE8-BFD6-CC27D526C888}" type="presParOf" srcId="{32E4C6F4-0742-48EC-AFDA-289D6024A6E8}" destId="{B98578A5-AB66-4476-B404-0706308EC8A2}" srcOrd="4" destOrd="0" presId="urn:microsoft.com/office/officeart/2008/layout/LinedList"/>
    <dgm:cxn modelId="{3F2FF519-CEB0-4CD0-A0FE-37888F44C18F}" type="presParOf" srcId="{32E4C6F4-0742-48EC-AFDA-289D6024A6E8}" destId="{8349C1F6-DDBC-4FF8-9339-E4947C91DB72}" srcOrd="5" destOrd="0" presId="urn:microsoft.com/office/officeart/2008/layout/LinedList"/>
    <dgm:cxn modelId="{894953C0-73CA-43D6-8466-BB6AAA833CF8}" type="presParOf" srcId="{8349C1F6-DDBC-4FF8-9339-E4947C91DB72}" destId="{5AF40E81-7E55-4E55-9F53-44FA73B5540C}" srcOrd="0" destOrd="0" presId="urn:microsoft.com/office/officeart/2008/layout/LinedList"/>
    <dgm:cxn modelId="{27D8CACE-BB64-4534-8ADF-3AAA2B39B656}" type="presParOf" srcId="{8349C1F6-DDBC-4FF8-9339-E4947C91DB72}" destId="{3564DE5D-FC3F-42E7-A3EE-9FEEC4435A7F}" srcOrd="1" destOrd="0" presId="urn:microsoft.com/office/officeart/2008/layout/LinedList"/>
    <dgm:cxn modelId="{272E1EBE-32E3-488E-BC66-FBA15C8F7F08}" type="presParOf" srcId="{32E4C6F4-0742-48EC-AFDA-289D6024A6E8}" destId="{8A643CF5-5359-41FB-A199-B377B3087BFA}" srcOrd="6" destOrd="0" presId="urn:microsoft.com/office/officeart/2008/layout/LinedList"/>
    <dgm:cxn modelId="{7D65D7C2-08B6-4D8C-9CB8-EE35A4040DE4}" type="presParOf" srcId="{32E4C6F4-0742-48EC-AFDA-289D6024A6E8}" destId="{BF9CFA11-8DC1-4EAD-BC3B-76EB6C5B23EE}" srcOrd="7" destOrd="0" presId="urn:microsoft.com/office/officeart/2008/layout/LinedList"/>
    <dgm:cxn modelId="{C888D93E-580D-4AD8-9D60-9DA928B18489}" type="presParOf" srcId="{BF9CFA11-8DC1-4EAD-BC3B-76EB6C5B23EE}" destId="{D44ED37C-FF7A-434F-BF8B-A5DF32152590}" srcOrd="0" destOrd="0" presId="urn:microsoft.com/office/officeart/2008/layout/LinedList"/>
    <dgm:cxn modelId="{FFF2FCE3-3AC5-4329-974B-7805AB153209}" type="presParOf" srcId="{BF9CFA11-8DC1-4EAD-BC3B-76EB6C5B23EE}" destId="{273D064E-84D9-4246-8575-EB7DEE5A61DB}" srcOrd="1" destOrd="0" presId="urn:microsoft.com/office/officeart/2008/layout/LinedList"/>
    <dgm:cxn modelId="{8BB49632-960B-4B3D-8622-6D87C732343D}" type="presParOf" srcId="{32E4C6F4-0742-48EC-AFDA-289D6024A6E8}" destId="{DE13E4B8-BAC1-4566-8286-D24E16CA0503}" srcOrd="8" destOrd="0" presId="urn:microsoft.com/office/officeart/2008/layout/LinedList"/>
    <dgm:cxn modelId="{89C6ADB4-0CFF-448E-81E8-E5B484D4434E}" type="presParOf" srcId="{32E4C6F4-0742-48EC-AFDA-289D6024A6E8}" destId="{52D440CF-E20F-4472-8F71-DF64BB87B881}" srcOrd="9" destOrd="0" presId="urn:microsoft.com/office/officeart/2008/layout/LinedList"/>
    <dgm:cxn modelId="{B6679C65-0A61-4EAC-AF5B-F1EB4AE803A5}" type="presParOf" srcId="{52D440CF-E20F-4472-8F71-DF64BB87B881}" destId="{0BD2C6CF-922A-401F-998A-290189207324}" srcOrd="0" destOrd="0" presId="urn:microsoft.com/office/officeart/2008/layout/LinedList"/>
    <dgm:cxn modelId="{EBA76690-42BE-434C-BF1A-A04E1FE5BBCD}" type="presParOf" srcId="{52D440CF-E20F-4472-8F71-DF64BB87B881}" destId="{320610CF-B814-49E1-AF8A-9084510E818A}" srcOrd="1" destOrd="0" presId="urn:microsoft.com/office/officeart/2008/layout/LinedList"/>
    <dgm:cxn modelId="{F0DF27D6-65BC-4C7E-B2AF-AAB9A4914F5F}" type="presParOf" srcId="{32E4C6F4-0742-48EC-AFDA-289D6024A6E8}" destId="{EC76CA7D-6978-4CC5-BE87-2F2F965DB9C4}" srcOrd="10" destOrd="0" presId="urn:microsoft.com/office/officeart/2008/layout/LinedList"/>
    <dgm:cxn modelId="{0C7BB4E3-8E60-45C7-AF2A-382570703E56}" type="presParOf" srcId="{32E4C6F4-0742-48EC-AFDA-289D6024A6E8}" destId="{334AB651-F6D3-4187-A2B6-3654E272240A}" srcOrd="11" destOrd="0" presId="urn:microsoft.com/office/officeart/2008/layout/LinedList"/>
    <dgm:cxn modelId="{56A65E0E-72CB-4C4F-91D1-F298A11C0CD3}" type="presParOf" srcId="{334AB651-F6D3-4187-A2B6-3654E272240A}" destId="{87D82375-E30D-4563-9951-C6A3CA231301}" srcOrd="0" destOrd="0" presId="urn:microsoft.com/office/officeart/2008/layout/LinedList"/>
    <dgm:cxn modelId="{9BACF622-A900-48B1-ABF8-0427F63AD440}" type="presParOf" srcId="{334AB651-F6D3-4187-A2B6-3654E272240A}" destId="{86139E64-FB91-4A97-AFAA-415755B61ED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600A4-D188-43FC-819B-31147DB3ACE6}">
      <dsp:nvSpPr>
        <dsp:cNvPr id="0" name=""/>
        <dsp:cNvSpPr/>
      </dsp:nvSpPr>
      <dsp:spPr>
        <a:xfrm>
          <a:off x="1066892" y="659294"/>
          <a:ext cx="1148765" cy="11487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E56B8-8BCC-4000-95C2-12668D7008CC}">
      <dsp:nvSpPr>
        <dsp:cNvPr id="0" name=""/>
        <dsp:cNvSpPr/>
      </dsp:nvSpPr>
      <dsp:spPr>
        <a:xfrm>
          <a:off x="181" y="1913936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 dirty="0"/>
            <a:t>Improved Response Time</a:t>
          </a:r>
          <a:endParaRPr lang="en-US" sz="2300" kern="1200" dirty="0"/>
        </a:p>
      </dsp:txBody>
      <dsp:txXfrm>
        <a:off x="181" y="1913936"/>
        <a:ext cx="3282187" cy="492328"/>
      </dsp:txXfrm>
    </dsp:sp>
    <dsp:sp modelId="{BA994DA2-F4C3-48C7-9369-392DAC3AF6A7}">
      <dsp:nvSpPr>
        <dsp:cNvPr id="0" name=""/>
        <dsp:cNvSpPr/>
      </dsp:nvSpPr>
      <dsp:spPr>
        <a:xfrm>
          <a:off x="181" y="2455509"/>
          <a:ext cx="3282187" cy="666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 delays in communication and decision-making between agencies.</a:t>
          </a:r>
        </a:p>
      </dsp:txBody>
      <dsp:txXfrm>
        <a:off x="181" y="2455509"/>
        <a:ext cx="3282187" cy="666013"/>
      </dsp:txXfrm>
    </dsp:sp>
    <dsp:sp modelId="{AA3A9036-D573-474B-8E87-265D11F33D75}">
      <dsp:nvSpPr>
        <dsp:cNvPr id="0" name=""/>
        <dsp:cNvSpPr/>
      </dsp:nvSpPr>
      <dsp:spPr>
        <a:xfrm>
          <a:off x="4923463" y="659294"/>
          <a:ext cx="1148765" cy="11487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5BA4C-7211-4660-907A-CB72CAF2B99A}">
      <dsp:nvSpPr>
        <dsp:cNvPr id="0" name=""/>
        <dsp:cNvSpPr/>
      </dsp:nvSpPr>
      <dsp:spPr>
        <a:xfrm>
          <a:off x="3856752" y="1913936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Enhance Public Safety</a:t>
          </a:r>
          <a:endParaRPr lang="en-US" sz="2300" kern="1200"/>
        </a:p>
      </dsp:txBody>
      <dsp:txXfrm>
        <a:off x="3856752" y="1913936"/>
        <a:ext cx="3282187" cy="492328"/>
      </dsp:txXfrm>
    </dsp:sp>
    <dsp:sp modelId="{10EBFC6A-5F43-40FE-9E10-698F697D0F4E}">
      <dsp:nvSpPr>
        <dsp:cNvPr id="0" name=""/>
        <dsp:cNvSpPr/>
      </dsp:nvSpPr>
      <dsp:spPr>
        <a:xfrm>
          <a:off x="3856752" y="2455509"/>
          <a:ext cx="3282187" cy="666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Provide citizens with timely alerts, guidance, and access to emergency services.</a:t>
          </a:r>
        </a:p>
      </dsp:txBody>
      <dsp:txXfrm>
        <a:off x="3856752" y="2455509"/>
        <a:ext cx="3282187" cy="666013"/>
      </dsp:txXfrm>
    </dsp:sp>
    <dsp:sp modelId="{BCDC53BA-F437-4C1C-AE05-DD03F824DD80}">
      <dsp:nvSpPr>
        <dsp:cNvPr id="0" name=""/>
        <dsp:cNvSpPr/>
      </dsp:nvSpPr>
      <dsp:spPr>
        <a:xfrm>
          <a:off x="8780033" y="659294"/>
          <a:ext cx="1148765" cy="11487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9BD06-4595-46C7-A82F-1A1D33843021}">
      <dsp:nvSpPr>
        <dsp:cNvPr id="0" name=""/>
        <dsp:cNvSpPr/>
      </dsp:nvSpPr>
      <dsp:spPr>
        <a:xfrm>
          <a:off x="7713322" y="1913936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Effective Coordination</a:t>
          </a:r>
          <a:endParaRPr lang="en-US" sz="2300" kern="1200"/>
        </a:p>
      </dsp:txBody>
      <dsp:txXfrm>
        <a:off x="7713322" y="1913936"/>
        <a:ext cx="3282187" cy="492328"/>
      </dsp:txXfrm>
    </dsp:sp>
    <dsp:sp modelId="{63B58212-0F81-48FA-9F4D-27D23F592535}">
      <dsp:nvSpPr>
        <dsp:cNvPr id="0" name=""/>
        <dsp:cNvSpPr/>
      </dsp:nvSpPr>
      <dsp:spPr>
        <a:xfrm>
          <a:off x="7713322" y="2455509"/>
          <a:ext cx="3282187" cy="666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Integrate multiple emergency services under a single digital platform.</a:t>
          </a:r>
        </a:p>
      </dsp:txBody>
      <dsp:txXfrm>
        <a:off x="7713322" y="2455509"/>
        <a:ext cx="3282187" cy="6660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9025E-B104-4ABF-9E8C-48916261A86A}">
      <dsp:nvSpPr>
        <dsp:cNvPr id="0" name=""/>
        <dsp:cNvSpPr/>
      </dsp:nvSpPr>
      <dsp:spPr>
        <a:xfrm>
          <a:off x="1509815" y="0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86293-510E-483D-A844-CFCD96887511}">
      <dsp:nvSpPr>
        <dsp:cNvPr id="0" name=""/>
        <dsp:cNvSpPr/>
      </dsp:nvSpPr>
      <dsp:spPr>
        <a:xfrm>
          <a:off x="107186" y="1634143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b="1" kern="1200"/>
            <a:t>Support Scalable Operations</a:t>
          </a:r>
          <a:endParaRPr lang="en-US" sz="2600" kern="1200"/>
        </a:p>
      </dsp:txBody>
      <dsp:txXfrm>
        <a:off x="107186" y="1634143"/>
        <a:ext cx="4315781" cy="647367"/>
      </dsp:txXfrm>
    </dsp:sp>
    <dsp:sp modelId="{F4581707-EB8C-4E37-AB90-54635C2CCC45}">
      <dsp:nvSpPr>
        <dsp:cNvPr id="0" name=""/>
        <dsp:cNvSpPr/>
      </dsp:nvSpPr>
      <dsp:spPr>
        <a:xfrm>
          <a:off x="107186" y="2339008"/>
          <a:ext cx="4315781" cy="535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Handle hundreds of thousands of users simultaneously during major disasters.</a:t>
          </a:r>
        </a:p>
      </dsp:txBody>
      <dsp:txXfrm>
        <a:off x="107186" y="2339008"/>
        <a:ext cx="4315781" cy="535874"/>
      </dsp:txXfrm>
    </dsp:sp>
    <dsp:sp modelId="{B359A190-8DCA-4E0F-8B4E-3704CA09B96A}">
      <dsp:nvSpPr>
        <dsp:cNvPr id="0" name=""/>
        <dsp:cNvSpPr/>
      </dsp:nvSpPr>
      <dsp:spPr>
        <a:xfrm>
          <a:off x="6580858" y="0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A1A67-5490-4D38-836B-3ECD9B16F454}">
      <dsp:nvSpPr>
        <dsp:cNvPr id="0" name=""/>
        <dsp:cNvSpPr/>
      </dsp:nvSpPr>
      <dsp:spPr>
        <a:xfrm>
          <a:off x="5178229" y="1634143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b="1" kern="1200"/>
            <a:t>Ensure Trust and Compliance</a:t>
          </a:r>
          <a:endParaRPr lang="en-US" sz="2600" kern="1200"/>
        </a:p>
      </dsp:txBody>
      <dsp:txXfrm>
        <a:off x="5178229" y="1634143"/>
        <a:ext cx="4315781" cy="647367"/>
      </dsp:txXfrm>
    </dsp:sp>
    <dsp:sp modelId="{58D5DA6D-26F8-4CCC-B3EB-E284DDF5A719}">
      <dsp:nvSpPr>
        <dsp:cNvPr id="0" name=""/>
        <dsp:cNvSpPr/>
      </dsp:nvSpPr>
      <dsp:spPr>
        <a:xfrm>
          <a:off x="5178229" y="2339008"/>
          <a:ext cx="4315781" cy="535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 secure, reliable, GDPR-compliant data handling to build public trust.</a:t>
          </a:r>
        </a:p>
      </dsp:txBody>
      <dsp:txXfrm>
        <a:off x="5178229" y="2339008"/>
        <a:ext cx="4315781" cy="535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EAA6FB-83F9-4D57-A19F-55C263EEBA42}">
      <dsp:nvSpPr>
        <dsp:cNvPr id="0" name=""/>
        <dsp:cNvSpPr/>
      </dsp:nvSpPr>
      <dsp:spPr>
        <a:xfrm>
          <a:off x="0" y="1863"/>
          <a:ext cx="9601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88E78-02A0-459C-A36D-555701C11B4F}">
      <dsp:nvSpPr>
        <dsp:cNvPr id="0" name=""/>
        <dsp:cNvSpPr/>
      </dsp:nvSpPr>
      <dsp:spPr>
        <a:xfrm>
          <a:off x="0" y="1863"/>
          <a:ext cx="9601200" cy="63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Mobile/Web app for citizens to report incidents.</a:t>
          </a:r>
          <a:endParaRPr lang="en-NL" sz="2600" kern="1200" dirty="0"/>
        </a:p>
      </dsp:txBody>
      <dsp:txXfrm>
        <a:off x="0" y="1863"/>
        <a:ext cx="9601200" cy="635363"/>
      </dsp:txXfrm>
    </dsp:sp>
    <dsp:sp modelId="{FE9BE8F7-DA29-409B-9000-9CB0CDC0E01B}">
      <dsp:nvSpPr>
        <dsp:cNvPr id="0" name=""/>
        <dsp:cNvSpPr/>
      </dsp:nvSpPr>
      <dsp:spPr>
        <a:xfrm>
          <a:off x="0" y="637226"/>
          <a:ext cx="9601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C1FB1-9207-4010-866E-8C9ACA13C636}">
      <dsp:nvSpPr>
        <dsp:cNvPr id="0" name=""/>
        <dsp:cNvSpPr/>
      </dsp:nvSpPr>
      <dsp:spPr>
        <a:xfrm>
          <a:off x="0" y="637226"/>
          <a:ext cx="9601200" cy="63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Central dashboard for Regio to validate and decide.</a:t>
          </a:r>
          <a:endParaRPr lang="en-NL" sz="2600" kern="1200" dirty="0"/>
        </a:p>
      </dsp:txBody>
      <dsp:txXfrm>
        <a:off x="0" y="637226"/>
        <a:ext cx="9601200" cy="635363"/>
      </dsp:txXfrm>
    </dsp:sp>
    <dsp:sp modelId="{B98578A5-AB66-4476-B404-0706308EC8A2}">
      <dsp:nvSpPr>
        <dsp:cNvPr id="0" name=""/>
        <dsp:cNvSpPr/>
      </dsp:nvSpPr>
      <dsp:spPr>
        <a:xfrm>
          <a:off x="0" y="1272589"/>
          <a:ext cx="9601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40E81-7E55-4E55-9F53-44FA73B5540C}">
      <dsp:nvSpPr>
        <dsp:cNvPr id="0" name=""/>
        <dsp:cNvSpPr/>
      </dsp:nvSpPr>
      <dsp:spPr>
        <a:xfrm>
          <a:off x="0" y="1272589"/>
          <a:ext cx="9601200" cy="63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Automated routing system to assign incidents to the correct </a:t>
          </a:r>
          <a:r>
            <a:rPr lang="en-US" sz="2600" kern="1200" dirty="0" err="1"/>
            <a:t>Gemeente</a:t>
          </a:r>
          <a:r>
            <a:rPr lang="en-US" sz="2600" kern="1200" dirty="0"/>
            <a:t>.</a:t>
          </a:r>
        </a:p>
      </dsp:txBody>
      <dsp:txXfrm>
        <a:off x="0" y="1272589"/>
        <a:ext cx="9601200" cy="635363"/>
      </dsp:txXfrm>
    </dsp:sp>
    <dsp:sp modelId="{8A643CF5-5359-41FB-A199-B377B3087BFA}">
      <dsp:nvSpPr>
        <dsp:cNvPr id="0" name=""/>
        <dsp:cNvSpPr/>
      </dsp:nvSpPr>
      <dsp:spPr>
        <a:xfrm>
          <a:off x="0" y="1907952"/>
          <a:ext cx="9601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ED37C-FF7A-434F-BF8B-A5DF32152590}">
      <dsp:nvSpPr>
        <dsp:cNvPr id="0" name=""/>
        <dsp:cNvSpPr/>
      </dsp:nvSpPr>
      <dsp:spPr>
        <a:xfrm>
          <a:off x="0" y="1907952"/>
          <a:ext cx="9601200" cy="63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Dashboards for emergency teams with real-time updates.</a:t>
          </a:r>
          <a:endParaRPr lang="en-US" sz="2600" kern="1200" dirty="0"/>
        </a:p>
      </dsp:txBody>
      <dsp:txXfrm>
        <a:off x="0" y="1907952"/>
        <a:ext cx="9601200" cy="635363"/>
      </dsp:txXfrm>
    </dsp:sp>
    <dsp:sp modelId="{DE13E4B8-BAC1-4566-8286-D24E16CA0503}">
      <dsp:nvSpPr>
        <dsp:cNvPr id="0" name=""/>
        <dsp:cNvSpPr/>
      </dsp:nvSpPr>
      <dsp:spPr>
        <a:xfrm>
          <a:off x="0" y="2543315"/>
          <a:ext cx="9601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2C6CF-922A-401F-998A-290189207324}">
      <dsp:nvSpPr>
        <dsp:cNvPr id="0" name=""/>
        <dsp:cNvSpPr/>
      </dsp:nvSpPr>
      <dsp:spPr>
        <a:xfrm>
          <a:off x="0" y="2543315"/>
          <a:ext cx="9601200" cy="63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Notification system to inform all stakeholders.</a:t>
          </a:r>
          <a:endParaRPr lang="en-US" sz="2600" kern="1200" dirty="0"/>
        </a:p>
      </dsp:txBody>
      <dsp:txXfrm>
        <a:off x="0" y="2543315"/>
        <a:ext cx="9601200" cy="635363"/>
      </dsp:txXfrm>
    </dsp:sp>
    <dsp:sp modelId="{EC76CA7D-6978-4CC5-BE87-2F2F965DB9C4}">
      <dsp:nvSpPr>
        <dsp:cNvPr id="0" name=""/>
        <dsp:cNvSpPr/>
      </dsp:nvSpPr>
      <dsp:spPr>
        <a:xfrm>
          <a:off x="0" y="3178678"/>
          <a:ext cx="9601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82375-E30D-4563-9951-C6A3CA231301}">
      <dsp:nvSpPr>
        <dsp:cNvPr id="0" name=""/>
        <dsp:cNvSpPr/>
      </dsp:nvSpPr>
      <dsp:spPr>
        <a:xfrm>
          <a:off x="0" y="3178678"/>
          <a:ext cx="9601200" cy="63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Reporting &amp; analytics for training and post-disaster evaluation.</a:t>
          </a:r>
          <a:endParaRPr lang="en-NL" sz="2600" kern="1200" dirty="0"/>
        </a:p>
      </dsp:txBody>
      <dsp:txXfrm>
        <a:off x="0" y="3178678"/>
        <a:ext cx="9601200" cy="635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74D63-4804-4BCE-A44E-1C003C5BBACB}" type="datetimeFigureOut">
              <a:rPr lang="en-NL" smtClean="0"/>
              <a:t>23/09/2025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37C21-7B04-404C-9005-C363181701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640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37C21-7B04-404C-9005-C3631817017C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8814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E3FD-2061-E42C-828B-F5265960F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DRCCS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4DA43-E047-CD29-AFB5-424AD85FC8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Disaster Recovery Coordination and Communication System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1885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9644A-868F-0672-1F69-2B7D9A40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3D177-7650-DD08-ADB9-981CAB7826C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1295401" y="2612256"/>
            <a:ext cx="9601196" cy="326361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Product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Business 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Impact 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Questions</a:t>
            </a:r>
            <a:endParaRPr lang="en-NL" sz="2800" dirty="0"/>
          </a:p>
        </p:txBody>
      </p:sp>
    </p:spTree>
    <p:extLst>
      <p:ext uri="{BB962C8B-B14F-4D97-AF65-F5344CB8AC3E}">
        <p14:creationId xmlns:p14="http://schemas.microsoft.com/office/powerpoint/2010/main" val="639055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FE2FA-8CD3-BDB7-C496-8CECE190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Product Vision</a:t>
            </a:r>
            <a:endParaRPr lang="en-NL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069B1-105C-B143-6E06-3E282F0D6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12255"/>
            <a:ext cx="9601196" cy="359736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Empowers </a:t>
            </a:r>
            <a:r>
              <a:rPr lang="en-US" b="1" dirty="0"/>
              <a:t>first responders</a:t>
            </a:r>
            <a:r>
              <a:rPr lang="en-US" dirty="0"/>
              <a:t>, </a:t>
            </a:r>
            <a:r>
              <a:rPr lang="en-US" b="1" dirty="0"/>
              <a:t>government officials</a:t>
            </a:r>
            <a:r>
              <a:rPr lang="en-US" dirty="0"/>
              <a:t>, and </a:t>
            </a:r>
            <a:r>
              <a:rPr lang="en-US" b="1" dirty="0"/>
              <a:t>citizens </a:t>
            </a:r>
            <a:r>
              <a:rPr lang="en-US" dirty="0"/>
              <a:t>to </a:t>
            </a:r>
            <a:r>
              <a:rPr lang="en-US" b="1" dirty="0"/>
              <a:t>coordinate effectively during</a:t>
            </a:r>
            <a:r>
              <a:rPr lang="en-US" dirty="0"/>
              <a:t> </a:t>
            </a:r>
            <a:r>
              <a:rPr lang="en-US" b="1" dirty="0"/>
              <a:t>large-scale disasters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Provides </a:t>
            </a:r>
            <a:r>
              <a:rPr lang="en-US" b="1" dirty="0"/>
              <a:t>real-time communication</a:t>
            </a:r>
            <a:r>
              <a:rPr lang="en-US" dirty="0"/>
              <a:t>, </a:t>
            </a:r>
            <a:r>
              <a:rPr lang="en-US" b="1" dirty="0"/>
              <a:t>situational awareness</a:t>
            </a:r>
            <a:r>
              <a:rPr lang="en-US" dirty="0"/>
              <a:t>, and </a:t>
            </a:r>
            <a:r>
              <a:rPr lang="en-US" b="1" dirty="0"/>
              <a:t>decision support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Ensuring </a:t>
            </a:r>
            <a:r>
              <a:rPr lang="en-US" b="1" dirty="0"/>
              <a:t>faster response</a:t>
            </a:r>
            <a:r>
              <a:rPr lang="en-US" dirty="0"/>
              <a:t>, </a:t>
            </a:r>
            <a:r>
              <a:rPr lang="en-US" b="1" dirty="0"/>
              <a:t>minimized chaos</a:t>
            </a:r>
            <a:r>
              <a:rPr lang="en-US" dirty="0"/>
              <a:t>, and </a:t>
            </a:r>
            <a:r>
              <a:rPr lang="en-US" b="1" dirty="0"/>
              <a:t>improved public safety </a:t>
            </a:r>
            <a:r>
              <a:rPr lang="en-US" dirty="0"/>
              <a:t>in the </a:t>
            </a:r>
            <a:r>
              <a:rPr lang="en-US" dirty="0" err="1"/>
              <a:t>IJsselland</a:t>
            </a:r>
            <a:r>
              <a:rPr lang="en-US" dirty="0"/>
              <a:t> region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3759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45ED8-9EDB-264E-103C-A1CBFB3E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0BE3A8E-DFEE-9900-80E0-E23A9E922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359472-6550-414F-9666-020F4BC92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836A0-09BA-627F-9332-B87490A7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Business Goals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CA9BEA-26DB-4B6C-766B-828286975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DDDF3B-3344-02B9-8990-FA309D97D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58D4BEC-AA46-8CFD-F980-F089D12833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6843961"/>
              </p:ext>
            </p:extLst>
          </p:nvPr>
        </p:nvGraphicFramePr>
        <p:xfrm>
          <a:off x="804422" y="2772383"/>
          <a:ext cx="10995692" cy="3780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094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1082F-79AB-6E24-F1EF-0CCD44E3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3ADF7ED-9ED8-5E70-BF47-9BCCFAAB5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5ADE96-9A0F-7AB9-6B6A-CD51D54F9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22013-FA01-D5B5-0B4B-D76527FD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Business Goals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DFE627-54DF-D6D9-7D4E-2EF5748A3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0B18AE-BBF5-A5E0-BCFC-740B49CD1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15333579-0705-0D03-8515-B9013B36A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921777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7331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6E613-9CC2-4213-001A-73C532C7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A9F1606-B2D5-5D01-E98A-8FB55507E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1BA515-5AA9-FA53-ADA2-DC3DAB7F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85DC3-80F1-69A5-2031-51FFFC3E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Imapct</a:t>
            </a:r>
            <a:r>
              <a:rPr lang="en-US" dirty="0">
                <a:solidFill>
                  <a:srgbClr val="FFFFFF"/>
                </a:solidFill>
              </a:rPr>
              <a:t> Map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1A91AC-C32D-6C61-CFEB-ABA990A16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3AA8A3-CE30-FEE6-6350-6AF4DA9EA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CC3AC54-65A6-2065-8BAF-82FA8632E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251760"/>
              </p:ext>
            </p:extLst>
          </p:nvPr>
        </p:nvGraphicFramePr>
        <p:xfrm>
          <a:off x="650747" y="2557463"/>
          <a:ext cx="10245853" cy="387568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148103">
                  <a:extLst>
                    <a:ext uri="{9D8B030D-6E8A-4147-A177-3AD203B41FA5}">
                      <a16:colId xmlns:a16="http://schemas.microsoft.com/office/drawing/2014/main" val="2097428290"/>
                    </a:ext>
                  </a:extLst>
                </a:gridCol>
                <a:gridCol w="7097750">
                  <a:extLst>
                    <a:ext uri="{9D8B030D-6E8A-4147-A177-3AD203B41FA5}">
                      <a16:colId xmlns:a16="http://schemas.microsoft.com/office/drawing/2014/main" val="450158468"/>
                    </a:ext>
                  </a:extLst>
                </a:gridCol>
              </a:tblGrid>
              <a:tr h="763181">
                <a:tc>
                  <a:txBody>
                    <a:bodyPr/>
                    <a:lstStyle/>
                    <a:p>
                      <a:r>
                        <a:rPr lang="en-US" sz="2400" b="1" dirty="0"/>
                        <a:t>Citizens 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Report incidents quickly and accurately.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17877"/>
                  </a:ext>
                </a:extLst>
              </a:tr>
              <a:tr h="763181">
                <a:tc>
                  <a:txBody>
                    <a:bodyPr/>
                    <a:lstStyle/>
                    <a:p>
                      <a:r>
                        <a:rPr lang="en-US" sz="2400" b="1" dirty="0"/>
                        <a:t>Regio 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Validate and prioritize incidents.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56916"/>
                  </a:ext>
                </a:extLst>
              </a:tr>
              <a:tr h="763181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Gemeente</a:t>
                      </a:r>
                      <a:r>
                        <a:rPr lang="en-US" sz="2400" b="1" dirty="0"/>
                        <a:t> 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Receives and manages assigned incidents.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95947"/>
                  </a:ext>
                </a:extLst>
              </a:tr>
              <a:tr h="763181">
                <a:tc>
                  <a:txBody>
                    <a:bodyPr/>
                    <a:lstStyle/>
                    <a:p>
                      <a:r>
                        <a:rPr lang="en-US" sz="2400" b="1" dirty="0"/>
                        <a:t>Emergency Teams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Update the status of their operations in real time.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601636"/>
                  </a:ext>
                </a:extLst>
              </a:tr>
              <a:tr h="763181">
                <a:tc>
                  <a:txBody>
                    <a:bodyPr/>
                    <a:lstStyle/>
                    <a:p>
                      <a:r>
                        <a:rPr lang="en-US" sz="2400" b="1" dirty="0"/>
                        <a:t>Supporting Organizations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Receive accurate information for coordination.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602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092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4600E-E71B-E5BE-BE8D-E1C8AAE0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1A4DA49-3764-82FE-B23C-52D742947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DBFAB5-474E-5A1D-9670-D7FC1AD06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CBB335-16EB-B1D0-FFD5-A2294B9C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Deliverables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5AF3FA-F1ED-1081-2FED-8F0BED60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9DA0AD-DA1E-657F-6569-BE7273DD8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76C37E-FF25-F02B-C054-3AE41C295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921619"/>
              </p:ext>
            </p:extLst>
          </p:nvPr>
        </p:nvGraphicFramePr>
        <p:xfrm>
          <a:off x="1295400" y="2557463"/>
          <a:ext cx="9601200" cy="3815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07737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AB74E-8B04-53E9-69A9-089E3A95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C2E4D41-055F-ED05-C00F-4D5DA0D02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D7A07-AA59-44C8-FF58-9371A1D6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BCE02-A439-E8A4-1812-8ADE370B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Questions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FE75B5-FB15-B1A3-7DF1-08B4888FA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1046F2-014F-69DA-BCB0-4CA78A845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396CBF-2245-E854-4557-03A9B72B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506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B950D-9E23-525C-82D9-AB49F7B0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4F0063-1197-ED98-38FC-271C8970E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CF1F12-B5F6-19E8-4A5D-5563443A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04D9F-C3C5-33DC-FDD0-3709FD26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Impact Map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6E5F3C-DF2A-F798-1BE9-9862A668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B9AAE7-4F0E-D68A-1E25-88128CA8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62EF2B14-2CE7-E012-DC81-6BC3D1CBC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2509734"/>
              </p:ext>
            </p:extLst>
          </p:nvPr>
        </p:nvGraphicFramePr>
        <p:xfrm>
          <a:off x="650748" y="2557462"/>
          <a:ext cx="10890505" cy="4047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938">
                  <a:extLst>
                    <a:ext uri="{9D8B030D-6E8A-4147-A177-3AD203B41FA5}">
                      <a16:colId xmlns:a16="http://schemas.microsoft.com/office/drawing/2014/main" val="1629605274"/>
                    </a:ext>
                  </a:extLst>
                </a:gridCol>
                <a:gridCol w="3868288">
                  <a:extLst>
                    <a:ext uri="{9D8B030D-6E8A-4147-A177-3AD203B41FA5}">
                      <a16:colId xmlns:a16="http://schemas.microsoft.com/office/drawing/2014/main" val="48908478"/>
                    </a:ext>
                  </a:extLst>
                </a:gridCol>
                <a:gridCol w="4309279">
                  <a:extLst>
                    <a:ext uri="{9D8B030D-6E8A-4147-A177-3AD203B41FA5}">
                      <a16:colId xmlns:a16="http://schemas.microsoft.com/office/drawing/2014/main" val="430030766"/>
                    </a:ext>
                  </a:extLst>
                </a:gridCol>
              </a:tblGrid>
              <a:tr h="948686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Actors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Impacts </a:t>
                      </a:r>
                    </a:p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(What they need to achieve)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Deliverables / Features (How system supports)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299091"/>
                  </a:ext>
                </a:extLst>
              </a:tr>
              <a:tr h="167917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Citizens</a:t>
                      </a:r>
                      <a:endParaRPr lang="en-N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Receive timely alerts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Request rescue/medical help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Find safe routes and shelters</a:t>
                      </a:r>
                      <a:endParaRPr lang="en-N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Mobile &amp; web app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Location-based push/SMS alerts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Evacuation maps &amp; shelter info</a:t>
                      </a:r>
                      <a:endParaRPr lang="en-N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0787"/>
                  </a:ext>
                </a:extLst>
              </a:tr>
              <a:tr h="1291675">
                <a:tc>
                  <a:txBody>
                    <a:bodyPr/>
                    <a:lstStyle/>
                    <a:p>
                      <a:r>
                        <a:rPr lang="en-US" sz="2400" b="1" dirty="0"/>
                        <a:t>First Responders</a:t>
                      </a:r>
                      <a:r>
                        <a:rPr lang="en-US" sz="2400" dirty="0"/>
                        <a:t> </a:t>
                      </a:r>
                    </a:p>
                    <a:p>
                      <a:r>
                        <a:rPr lang="en-US" dirty="0"/>
                        <a:t>(fire, police, ambulance)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Share real-time updates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Locate resources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Coordinate with other units</a:t>
                      </a:r>
                      <a:endParaRPr lang="en-N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Secure communication channels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Incident map with live updates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Resource tracking dashboard</a:t>
                      </a:r>
                      <a:endParaRPr lang="en-N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14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22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216BA-B454-76DA-3C56-9E1C523E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7BF645-E6FB-ED97-8025-5C656B215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555048-960F-7E4E-67F8-2B73948C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9846B-A700-0177-E72D-A46D1291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Impact Map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C45114-A45F-26D8-C971-A0FD6A1DB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141A43-8247-9659-290F-D63FE7BD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03F1F5AC-7480-64D2-223D-BA7ABF326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37509"/>
              </p:ext>
            </p:extLst>
          </p:nvPr>
        </p:nvGraphicFramePr>
        <p:xfrm>
          <a:off x="650748" y="2557463"/>
          <a:ext cx="10890504" cy="3963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8392">
                  <a:extLst>
                    <a:ext uri="{9D8B030D-6E8A-4147-A177-3AD203B41FA5}">
                      <a16:colId xmlns:a16="http://schemas.microsoft.com/office/drawing/2014/main" val="1629605274"/>
                    </a:ext>
                  </a:extLst>
                </a:gridCol>
                <a:gridCol w="4531944">
                  <a:extLst>
                    <a:ext uri="{9D8B030D-6E8A-4147-A177-3AD203B41FA5}">
                      <a16:colId xmlns:a16="http://schemas.microsoft.com/office/drawing/2014/main" val="48908478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430030766"/>
                    </a:ext>
                  </a:extLst>
                </a:gridCol>
              </a:tblGrid>
              <a:tr h="924719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Actors</a:t>
                      </a:r>
                      <a:endParaRPr lang="en-NL" sz="2400" kern="1200" cap="none" dirty="0">
                        <a:ln w="3175" cmpd="sng"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Impacts </a:t>
                      </a:r>
                    </a:p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(What they need to achieve)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Deliverables / Features</a:t>
                      </a:r>
                    </a:p>
                    <a:p>
                      <a:pPr marL="0" algn="ctr" defTabSz="457200" rtl="0" eaLnBrk="1" latinLnBrk="0" hangingPunct="1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j-ea"/>
                          <a:cs typeface="+mj-cs"/>
                        </a:rPr>
                        <a:t> (How system supports)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299091"/>
                  </a:ext>
                </a:extLst>
              </a:tr>
              <a:tr h="17173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Safety Region (Regio)</a:t>
                      </a:r>
                      <a:endParaRPr lang="en-NL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 overall disaster status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Allocate resources effectively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Communicate with citizens</a:t>
                      </a:r>
                      <a:endParaRPr lang="en-NL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Centralized decision-support dashboard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Analytics &amp;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261093"/>
                  </a:ext>
                </a:extLst>
              </a:tr>
              <a:tr h="1321027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Administrators</a:t>
                      </a:r>
                      <a:endParaRPr lang="en-NL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Maintain system reliability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Ensure security &amp; uptime</a:t>
                      </a:r>
                      <a:endParaRPr lang="en-NL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Role-based access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01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407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</TotalTime>
  <Words>363</Words>
  <Application>Microsoft Office PowerPoint</Application>
  <PresentationFormat>Widescreen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Garamond</vt:lpstr>
      <vt:lpstr>Organic</vt:lpstr>
      <vt:lpstr>DRCCS</vt:lpstr>
      <vt:lpstr>Agenda</vt:lpstr>
      <vt:lpstr>Product Vision</vt:lpstr>
      <vt:lpstr>Business Goals</vt:lpstr>
      <vt:lpstr>Business Goals</vt:lpstr>
      <vt:lpstr>Imapct Map</vt:lpstr>
      <vt:lpstr>Deliverables</vt:lpstr>
      <vt:lpstr>Questions</vt:lpstr>
      <vt:lpstr>Impact Map</vt:lpstr>
      <vt:lpstr>Impact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Javara Bukhsh</dc:creator>
  <cp:lastModifiedBy>Javara Bukhsh</cp:lastModifiedBy>
  <cp:revision>13</cp:revision>
  <dcterms:created xsi:type="dcterms:W3CDTF">2025-09-23T11:23:07Z</dcterms:created>
  <dcterms:modified xsi:type="dcterms:W3CDTF">2025-09-23T12:26:15Z</dcterms:modified>
</cp:coreProperties>
</file>